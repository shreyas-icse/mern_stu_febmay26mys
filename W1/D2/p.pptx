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7" r:id="rId6"/>
    <p:sldId id="268" r:id="rId7"/>
    <p:sldId id="269" r:id="rId8"/>
    <p:sldId id="270" r:id="rId9"/>
    <p:sldId id="260" r:id="rId10"/>
    <p:sldId id="263" r:id="rId11"/>
    <p:sldId id="264" r:id="rId12"/>
    <p:sldId id="272" r:id="rId13"/>
    <p:sldId id="271" r:id="rId14"/>
    <p:sldId id="273" r:id="rId15"/>
    <p:sldId id="274" r:id="rId16"/>
    <p:sldId id="275" r:id="rId17"/>
    <p:sldId id="276" r:id="rId18"/>
    <p:sldId id="277" r:id="rId19"/>
    <p:sldId id="266" r:id="rId20"/>
  </p:sldIdLst>
  <p:sldSz cx="18288000" cy="10287000"/>
  <p:notesSz cx="6858000" cy="9144000"/>
  <p:embeddedFontLst>
    <p:embeddedFont>
      <p:font typeface="Calibri" panose="020F0502020204030204" pitchFamily="34" charset="0"/>
      <p:regular r:id="rId21"/>
      <p:bold r:id="rId22"/>
      <p:italic r:id="rId23"/>
      <p:boldItalic r:id="rId24"/>
    </p:embeddedFont>
    <p:embeddedFont>
      <p:font typeface="Times New Roman Bold" panose="02020803070505020304" pitchFamily="18" charset="0"/>
      <p:regular r:id="rId25"/>
      <p:bold r:id="rId26"/>
    </p:embeddedFont>
    <p:embeddedFont>
      <p:font typeface="Gruppo"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CEAF3E1-5919-4934-9B1E-0D6668D4C3D8}">
          <p14:sldIdLst>
            <p14:sldId id="256"/>
            <p14:sldId id="257"/>
            <p14:sldId id="258"/>
            <p14:sldId id="259"/>
          </p14:sldIdLst>
        </p14:section>
        <p14:section name="Untitled Section" id="{81E613AD-3D1B-4A28-8F35-254752DB0466}">
          <p14:sldIdLst>
            <p14:sldId id="267"/>
            <p14:sldId id="268"/>
            <p14:sldId id="269"/>
            <p14:sldId id="270"/>
            <p14:sldId id="260"/>
            <p14:sldId id="263"/>
            <p14:sldId id="264"/>
            <p14:sldId id="272"/>
            <p14:sldId id="271"/>
            <p14:sldId id="273"/>
            <p14:sldId id="274"/>
            <p14:sldId id="275"/>
            <p14:sldId id="276"/>
            <p14:sldId id="277"/>
            <p14:sldId id="26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6" d="100"/>
          <a:sy n="46" d="100"/>
        </p:scale>
        <p:origin x="756"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6.png"/><Relationship Id="rId5" Type="http://schemas.openxmlformats.org/officeDocument/2006/relationships/image" Target="../media/image3.png"/><Relationship Id="rId10" Type="http://schemas.openxmlformats.org/officeDocument/2006/relationships/image" Target="../media/image9.svg"/><Relationship Id="rId4" Type="http://schemas.openxmlformats.org/officeDocument/2006/relationships/image" Target="../media/image2.jpeg"/><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svg"/><Relationship Id="rId7"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0.png"/><Relationship Id="rId10" Type="http://schemas.openxmlformats.org/officeDocument/2006/relationships/image" Target="../media/image13.png"/><Relationship Id="rId4" Type="http://schemas.openxmlformats.org/officeDocument/2006/relationships/image" Target="../media/image9.jpe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8.svg"/><Relationship Id="rId3" Type="http://schemas.openxmlformats.org/officeDocument/2006/relationships/image" Target="../media/image13.svg"/><Relationship Id="rId7" Type="http://schemas.openxmlformats.org/officeDocument/2006/relationships/image" Target="../media/image15.png"/><Relationship Id="rId12" Type="http://schemas.openxmlformats.org/officeDocument/2006/relationships/image" Target="../media/image11.png"/><Relationship Id="rId17" Type="http://schemas.openxmlformats.org/officeDocument/2006/relationships/image" Target="../media/image19.png"/><Relationship Id="rId2" Type="http://schemas.openxmlformats.org/officeDocument/2006/relationships/image" Target="../media/image8.png"/><Relationship Id="rId16" Type="http://schemas.openxmlformats.org/officeDocument/2006/relationships/image" Target="../media/image28.svg"/><Relationship Id="rId1" Type="http://schemas.openxmlformats.org/officeDocument/2006/relationships/slideLayout" Target="../slideLayouts/slideLayout7.xml"/><Relationship Id="rId6" Type="http://schemas.openxmlformats.org/officeDocument/2006/relationships/image" Target="../media/image22.svg"/><Relationship Id="rId11" Type="http://schemas.openxmlformats.org/officeDocument/2006/relationships/image" Target="../media/image25.svg"/><Relationship Id="rId5" Type="http://schemas.openxmlformats.org/officeDocument/2006/relationships/image" Target="../media/image14.png"/><Relationship Id="rId15" Type="http://schemas.openxmlformats.org/officeDocument/2006/relationships/image" Target="../media/image18.png"/><Relationship Id="rId10" Type="http://schemas.openxmlformats.org/officeDocument/2006/relationships/image" Target="../media/image16.png"/><Relationship Id="rId4" Type="http://schemas.openxmlformats.org/officeDocument/2006/relationships/image" Target="../media/image9.jpeg"/><Relationship Id="rId9" Type="http://schemas.openxmlformats.org/officeDocument/2006/relationships/image" Target="../media/image16.svg"/><Relationship Id="rId14" Type="http://schemas.openxmlformats.org/officeDocument/2006/relationships/image" Target="../media/image1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1.jpeg"/><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3.svg"/><Relationship Id="rId7" Type="http://schemas.openxmlformats.org/officeDocument/2006/relationships/image" Target="../media/image16.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24.png"/><Relationship Id="rId5" Type="http://schemas.openxmlformats.org/officeDocument/2006/relationships/image" Target="../media/image33.svg"/><Relationship Id="rId10" Type="http://schemas.openxmlformats.org/officeDocument/2006/relationships/image" Target="../media/image23.jpeg"/><Relationship Id="rId4" Type="http://schemas.openxmlformats.org/officeDocument/2006/relationships/image" Target="../media/image22.png"/><Relationship Id="rId9" Type="http://schemas.openxmlformats.org/officeDocument/2006/relationships/image" Target="../media/image18.svg"/></Relationships>
</file>

<file path=ppt/slides/_rels/slide10.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svg"/><Relationship Id="rId7"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0.png"/><Relationship Id="rId10" Type="http://schemas.openxmlformats.org/officeDocument/2006/relationships/image" Target="../media/image26.png"/><Relationship Id="rId4" Type="http://schemas.openxmlformats.org/officeDocument/2006/relationships/image" Target="../media/image20.jpeg"/><Relationship Id="rId9"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18.svg"/><Relationship Id="rId18" Type="http://schemas.openxmlformats.org/officeDocument/2006/relationships/image" Target="../media/image31.jpeg"/><Relationship Id="rId3" Type="http://schemas.openxmlformats.org/officeDocument/2006/relationships/image" Target="../media/image13.svg"/><Relationship Id="rId21" Type="http://schemas.openxmlformats.org/officeDocument/2006/relationships/image" Target="../media/image33.png"/><Relationship Id="rId7" Type="http://schemas.openxmlformats.org/officeDocument/2006/relationships/image" Target="../media/image15.png"/><Relationship Id="rId12" Type="http://schemas.openxmlformats.org/officeDocument/2006/relationships/image" Target="../media/image11.png"/><Relationship Id="rId17" Type="http://schemas.openxmlformats.org/officeDocument/2006/relationships/image" Target="../media/image44.svg"/><Relationship Id="rId2" Type="http://schemas.openxmlformats.org/officeDocument/2006/relationships/image" Target="../media/image8.png"/><Relationship Id="rId16" Type="http://schemas.openxmlformats.org/officeDocument/2006/relationships/image" Target="../media/image30.jpeg"/><Relationship Id="rId20" Type="http://schemas.openxmlformats.org/officeDocument/2006/relationships/image" Target="../media/image32.jpeg"/><Relationship Id="rId1" Type="http://schemas.openxmlformats.org/officeDocument/2006/relationships/slideLayout" Target="../slideLayouts/slideLayout7.xml"/><Relationship Id="rId6" Type="http://schemas.openxmlformats.org/officeDocument/2006/relationships/image" Target="../media/image22.svg"/><Relationship Id="rId11" Type="http://schemas.openxmlformats.org/officeDocument/2006/relationships/image" Target="../media/image16.svg"/><Relationship Id="rId5" Type="http://schemas.openxmlformats.org/officeDocument/2006/relationships/image" Target="../media/image14.png"/><Relationship Id="rId15" Type="http://schemas.openxmlformats.org/officeDocument/2006/relationships/image" Target="../media/image42.svg"/><Relationship Id="rId10" Type="http://schemas.openxmlformats.org/officeDocument/2006/relationships/image" Target="../media/image10.png"/><Relationship Id="rId19" Type="http://schemas.openxmlformats.org/officeDocument/2006/relationships/image" Target="../media/image46.svg"/><Relationship Id="rId4" Type="http://schemas.openxmlformats.org/officeDocument/2006/relationships/image" Target="../media/image27.jpeg"/><Relationship Id="rId9" Type="http://schemas.openxmlformats.org/officeDocument/2006/relationships/image" Target="../media/image40.svg"/><Relationship Id="rId14" Type="http://schemas.openxmlformats.org/officeDocument/2006/relationships/image" Target="../media/image29.jpe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0.jpeg"/><Relationship Id="rId1" Type="http://schemas.openxmlformats.org/officeDocument/2006/relationships/slideLayout" Target="../slideLayouts/slideLayout6.xml"/><Relationship Id="rId6" Type="http://schemas.openxmlformats.org/officeDocument/2006/relationships/image" Target="../media/image18.svg"/><Relationship Id="rId5" Type="http://schemas.openxmlformats.org/officeDocument/2006/relationships/image" Target="../media/image11.png"/><Relationship Id="rId4" Type="http://schemas.openxmlformats.org/officeDocument/2006/relationships/image" Target="../media/image16.svg"/></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34.jpeg"/><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36.jpeg"/><Relationship Id="rId1" Type="http://schemas.openxmlformats.org/officeDocument/2006/relationships/slideLayout" Target="../slideLayouts/slideLayout2.xml"/><Relationship Id="rId5" Type="http://schemas.openxmlformats.org/officeDocument/2006/relationships/image" Target="../media/image18.sv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37.jpeg"/><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svg"/><Relationship Id="rId7" Type="http://schemas.openxmlformats.org/officeDocument/2006/relationships/image" Target="../media/image15.png"/><Relationship Id="rId12"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2.svg"/><Relationship Id="rId11" Type="http://schemas.openxmlformats.org/officeDocument/2006/relationships/image" Target="../media/image18.svg"/><Relationship Id="rId5" Type="http://schemas.openxmlformats.org/officeDocument/2006/relationships/image" Target="../media/image14.png"/><Relationship Id="rId10" Type="http://schemas.openxmlformats.org/officeDocument/2006/relationships/image" Target="../media/image11.png"/><Relationship Id="rId4" Type="http://schemas.openxmlformats.org/officeDocument/2006/relationships/image" Target="../media/image2.jpeg"/><Relationship Id="rId9"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43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0" y="-1913347"/>
            <a:ext cx="18288000" cy="12211050"/>
          </a:xfrm>
          <a:custGeom>
            <a:avLst/>
            <a:gdLst/>
            <a:ahLst/>
            <a:cxnLst/>
            <a:rect l="l" t="t" r="r" b="b"/>
            <a:pathLst>
              <a:path w="18288000" h="12211050">
                <a:moveTo>
                  <a:pt x="0" y="0"/>
                </a:moveTo>
                <a:lnTo>
                  <a:pt x="18288000" y="0"/>
                </a:lnTo>
                <a:lnTo>
                  <a:pt x="18288000" y="12211050"/>
                </a:lnTo>
                <a:lnTo>
                  <a:pt x="0" y="12211050"/>
                </a:lnTo>
                <a:lnTo>
                  <a:pt x="0" y="0"/>
                </a:lnTo>
                <a:close/>
              </a:path>
            </a:pathLst>
          </a:custGeom>
          <a:blipFill>
            <a:blip r:embed="rId4">
              <a:alphaModFix amt="43000"/>
            </a:blip>
            <a:stretch>
              <a:fillRect/>
            </a:stretch>
          </a:blipFill>
        </p:spPr>
      </p:sp>
      <p:sp>
        <p:nvSpPr>
          <p:cNvPr id="4" name="Freeform 4"/>
          <p:cNvSpPr/>
          <p:nvPr/>
        </p:nvSpPr>
        <p:spPr>
          <a:xfrm>
            <a:off x="-63503" y="8870480"/>
            <a:ext cx="3409045" cy="1480023"/>
          </a:xfrm>
          <a:custGeom>
            <a:avLst/>
            <a:gdLst/>
            <a:ahLst/>
            <a:cxnLst/>
            <a:rect l="l" t="t" r="r" b="b"/>
            <a:pathLst>
              <a:path w="3409045" h="1480023">
                <a:moveTo>
                  <a:pt x="0" y="0"/>
                </a:moveTo>
                <a:lnTo>
                  <a:pt x="3409045" y="0"/>
                </a:lnTo>
                <a:lnTo>
                  <a:pt x="3409045" y="1480023"/>
                </a:lnTo>
                <a:lnTo>
                  <a:pt x="0" y="148002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5" name="Freeform 5"/>
          <p:cNvSpPr/>
          <p:nvPr/>
        </p:nvSpPr>
        <p:spPr>
          <a:xfrm>
            <a:off x="7309437" y="2256453"/>
            <a:ext cx="3927396" cy="801719"/>
          </a:xfrm>
          <a:custGeom>
            <a:avLst/>
            <a:gdLst/>
            <a:ahLst/>
            <a:cxnLst/>
            <a:rect l="l" t="t" r="r" b="b"/>
            <a:pathLst>
              <a:path w="3927396" h="801719">
                <a:moveTo>
                  <a:pt x="0" y="0"/>
                </a:moveTo>
                <a:lnTo>
                  <a:pt x="3927396" y="0"/>
                </a:lnTo>
                <a:lnTo>
                  <a:pt x="3927396" y="801720"/>
                </a:lnTo>
                <a:lnTo>
                  <a:pt x="0" y="801720"/>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6" name="Freeform 6"/>
          <p:cNvSpPr/>
          <p:nvPr/>
        </p:nvSpPr>
        <p:spPr>
          <a:xfrm>
            <a:off x="15093648" y="-63503"/>
            <a:ext cx="3257855" cy="1288142"/>
          </a:xfrm>
          <a:custGeom>
            <a:avLst/>
            <a:gdLst/>
            <a:ahLst/>
            <a:cxnLst/>
            <a:rect l="l" t="t" r="r" b="b"/>
            <a:pathLst>
              <a:path w="3257855" h="1288142">
                <a:moveTo>
                  <a:pt x="0" y="0"/>
                </a:moveTo>
                <a:lnTo>
                  <a:pt x="3257855" y="0"/>
                </a:lnTo>
                <a:lnTo>
                  <a:pt x="3257855" y="1288142"/>
                </a:lnTo>
                <a:lnTo>
                  <a:pt x="0" y="1288142"/>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sp>
      <p:sp>
        <p:nvSpPr>
          <p:cNvPr id="7" name="Freeform 7"/>
          <p:cNvSpPr/>
          <p:nvPr/>
        </p:nvSpPr>
        <p:spPr>
          <a:xfrm>
            <a:off x="7717555" y="2054581"/>
            <a:ext cx="2857500" cy="2486025"/>
          </a:xfrm>
          <a:custGeom>
            <a:avLst/>
            <a:gdLst/>
            <a:ahLst/>
            <a:cxnLst/>
            <a:rect l="l" t="t" r="r" b="b"/>
            <a:pathLst>
              <a:path w="2857500" h="2486025">
                <a:moveTo>
                  <a:pt x="0" y="0"/>
                </a:moveTo>
                <a:lnTo>
                  <a:pt x="2857500" y="0"/>
                </a:lnTo>
                <a:lnTo>
                  <a:pt x="2857500" y="2486025"/>
                </a:lnTo>
                <a:lnTo>
                  <a:pt x="0" y="2486025"/>
                </a:lnTo>
                <a:lnTo>
                  <a:pt x="0" y="0"/>
                </a:lnTo>
                <a:close/>
              </a:path>
            </a:pathLst>
          </a:custGeom>
          <a:blipFill>
            <a:blip r:embed="rId11"/>
            <a:stretch>
              <a:fillRect/>
            </a:stretch>
          </a:blipFill>
        </p:spPr>
      </p:sp>
      <p:sp>
        <p:nvSpPr>
          <p:cNvPr id="9" name="TextBox 9"/>
          <p:cNvSpPr txBox="1"/>
          <p:nvPr/>
        </p:nvSpPr>
        <p:spPr>
          <a:xfrm>
            <a:off x="2646817" y="310829"/>
            <a:ext cx="13254276" cy="1551908"/>
          </a:xfrm>
          <a:prstGeom prst="rect">
            <a:avLst/>
          </a:prstGeom>
        </p:spPr>
        <p:txBody>
          <a:bodyPr lIns="0" tIns="0" rIns="0" bIns="0" rtlCol="0" anchor="t">
            <a:spAutoFit/>
          </a:bodyPr>
          <a:lstStyle/>
          <a:p>
            <a:pPr algn="ctr">
              <a:lnSpc>
                <a:spcPts val="5998"/>
              </a:lnSpc>
            </a:pPr>
            <a:r>
              <a:rPr lang="en-US" sz="4299" b="1">
                <a:solidFill>
                  <a:srgbClr val="FFFFFF"/>
                </a:solidFill>
                <a:latin typeface="Times New Roman Bold"/>
                <a:ea typeface="Times New Roman Bold"/>
                <a:cs typeface="Times New Roman Bold"/>
                <a:sym typeface="Times New Roman Bold"/>
              </a:rPr>
              <a:t>VISVESVARAYA TECHNOLOGICAL UNIVERSITY JNANASANGAMA,BELAGAVI</a:t>
            </a:r>
          </a:p>
        </p:txBody>
      </p:sp>
      <p:sp>
        <p:nvSpPr>
          <p:cNvPr id="10" name="TextBox 10"/>
          <p:cNvSpPr txBox="1"/>
          <p:nvPr/>
        </p:nvSpPr>
        <p:spPr>
          <a:xfrm>
            <a:off x="5320379" y="4730467"/>
            <a:ext cx="8062617" cy="2161041"/>
          </a:xfrm>
          <a:prstGeom prst="rect">
            <a:avLst/>
          </a:prstGeom>
        </p:spPr>
        <p:txBody>
          <a:bodyPr lIns="0" tIns="0" rIns="0" bIns="0" rtlCol="0" anchor="t">
            <a:spAutoFit/>
          </a:bodyPr>
          <a:lstStyle/>
          <a:p>
            <a:pPr algn="ctr">
              <a:lnSpc>
                <a:spcPts val="4274"/>
              </a:lnSpc>
            </a:pPr>
            <a:r>
              <a:rPr lang="en-US" sz="3099" b="1" dirty="0">
                <a:solidFill>
                  <a:srgbClr val="FFFFFF"/>
                </a:solidFill>
                <a:latin typeface="Times New Roman Bold"/>
                <a:ea typeface="Times New Roman Bold"/>
                <a:cs typeface="Times New Roman Bold"/>
                <a:sym typeface="Times New Roman Bold"/>
              </a:rPr>
              <a:t>CAUVERY INSTITUTE OF TECHNOLOGY MANDYA</a:t>
            </a:r>
          </a:p>
          <a:p>
            <a:pPr algn="ctr">
              <a:lnSpc>
                <a:spcPts val="4274"/>
              </a:lnSpc>
            </a:pPr>
            <a:endParaRPr lang="en-US" sz="3099" b="1" dirty="0">
              <a:solidFill>
                <a:srgbClr val="FFFFFF"/>
              </a:solidFill>
              <a:latin typeface="Times New Roman Bold"/>
              <a:ea typeface="Times New Roman Bold"/>
              <a:cs typeface="Times New Roman Bold"/>
              <a:sym typeface="Times New Roman Bold"/>
            </a:endParaRPr>
          </a:p>
          <a:p>
            <a:pPr algn="ctr">
              <a:lnSpc>
                <a:spcPts val="4274"/>
              </a:lnSpc>
            </a:pPr>
            <a:r>
              <a:rPr lang="en-US" sz="3099" b="1" dirty="0">
                <a:solidFill>
                  <a:srgbClr val="FFFFFF"/>
                </a:solidFill>
                <a:latin typeface="Times New Roman Bold"/>
                <a:ea typeface="Times New Roman Bold"/>
                <a:cs typeface="Times New Roman Bold"/>
                <a:sym typeface="Times New Roman Bold"/>
              </a:rPr>
              <a:t>“FAKE PRODUCT REVIEW MONITORING"</a:t>
            </a:r>
          </a:p>
        </p:txBody>
      </p:sp>
      <p:sp>
        <p:nvSpPr>
          <p:cNvPr id="11" name="TextBox 11"/>
          <p:cNvSpPr txBox="1"/>
          <p:nvPr/>
        </p:nvSpPr>
        <p:spPr>
          <a:xfrm>
            <a:off x="626755" y="7572251"/>
            <a:ext cx="2841831" cy="1513799"/>
          </a:xfrm>
          <a:prstGeom prst="rect">
            <a:avLst/>
          </a:prstGeom>
        </p:spPr>
        <p:txBody>
          <a:bodyPr lIns="0" tIns="0" rIns="0" bIns="0" rtlCol="0" anchor="t">
            <a:spAutoFit/>
          </a:bodyPr>
          <a:lstStyle/>
          <a:p>
            <a:pPr algn="l">
              <a:lnSpc>
                <a:spcPts val="3900"/>
              </a:lnSpc>
            </a:pPr>
            <a:r>
              <a:rPr lang="en-US" sz="2799" b="1">
                <a:solidFill>
                  <a:srgbClr val="FFFFFF"/>
                </a:solidFill>
                <a:latin typeface="Times New Roman Bold"/>
                <a:ea typeface="Times New Roman Bold"/>
                <a:cs typeface="Times New Roman Bold"/>
                <a:sym typeface="Times New Roman Bold"/>
              </a:rPr>
              <a:t>PRESENTED BY 1.SHREYAS K R 2.VARINI P </a:t>
            </a:r>
          </a:p>
        </p:txBody>
      </p:sp>
      <p:sp>
        <p:nvSpPr>
          <p:cNvPr id="12" name="TextBox 12"/>
          <p:cNvSpPr txBox="1"/>
          <p:nvPr/>
        </p:nvSpPr>
        <p:spPr>
          <a:xfrm>
            <a:off x="3910355" y="8067551"/>
            <a:ext cx="2330834" cy="523208"/>
          </a:xfrm>
          <a:prstGeom prst="rect">
            <a:avLst/>
          </a:prstGeom>
        </p:spPr>
        <p:txBody>
          <a:bodyPr lIns="0" tIns="0" rIns="0" bIns="0" rtlCol="0" anchor="t">
            <a:spAutoFit/>
          </a:bodyPr>
          <a:lstStyle/>
          <a:p>
            <a:pPr algn="l">
              <a:lnSpc>
                <a:spcPts val="3900"/>
              </a:lnSpc>
            </a:pPr>
            <a:r>
              <a:rPr lang="en-US" sz="2799" b="1">
                <a:solidFill>
                  <a:srgbClr val="FF914D"/>
                </a:solidFill>
                <a:latin typeface="Times New Roman Bold"/>
                <a:ea typeface="Times New Roman Bold"/>
                <a:cs typeface="Times New Roman Bold"/>
                <a:sym typeface="Times New Roman Bold"/>
              </a:rPr>
              <a:t>(4CA22CS096)</a:t>
            </a:r>
          </a:p>
        </p:txBody>
      </p:sp>
      <p:sp>
        <p:nvSpPr>
          <p:cNvPr id="13" name="TextBox 13"/>
          <p:cNvSpPr txBox="1"/>
          <p:nvPr/>
        </p:nvSpPr>
        <p:spPr>
          <a:xfrm>
            <a:off x="3910355" y="8562851"/>
            <a:ext cx="2422655" cy="459228"/>
          </a:xfrm>
          <a:prstGeom prst="rect">
            <a:avLst/>
          </a:prstGeom>
        </p:spPr>
        <p:txBody>
          <a:bodyPr wrap="square" lIns="0" tIns="0" rIns="0" bIns="0" rtlCol="0" anchor="t">
            <a:spAutoFit/>
          </a:bodyPr>
          <a:lstStyle/>
          <a:p>
            <a:pPr algn="l">
              <a:lnSpc>
                <a:spcPts val="3900"/>
              </a:lnSpc>
            </a:pPr>
            <a:r>
              <a:rPr lang="en-US" sz="2799" b="1" dirty="0">
                <a:solidFill>
                  <a:srgbClr val="FF914D"/>
                </a:solidFill>
                <a:latin typeface="Times New Roman Bold"/>
                <a:ea typeface="Times New Roman Bold"/>
                <a:cs typeface="Times New Roman Bold"/>
                <a:sym typeface="Times New Roman Bold"/>
              </a:rPr>
              <a:t>(4CA22CS112)</a:t>
            </a:r>
          </a:p>
        </p:txBody>
      </p:sp>
      <p:sp>
        <p:nvSpPr>
          <p:cNvPr id="14" name="TextBox 14"/>
          <p:cNvSpPr txBox="1"/>
          <p:nvPr/>
        </p:nvSpPr>
        <p:spPr>
          <a:xfrm>
            <a:off x="-207249" y="9073768"/>
            <a:ext cx="6196051" cy="959365"/>
          </a:xfrm>
          <a:prstGeom prst="rect">
            <a:avLst/>
          </a:prstGeom>
        </p:spPr>
        <p:txBody>
          <a:bodyPr wrap="square" lIns="0" tIns="0" rIns="0" bIns="0" rtlCol="0" anchor="t">
            <a:spAutoFit/>
          </a:bodyPr>
          <a:lstStyle/>
          <a:p>
            <a:pPr algn="r">
              <a:lnSpc>
                <a:spcPts val="3900"/>
              </a:lnSpc>
            </a:pPr>
            <a:r>
              <a:rPr lang="en-US" sz="2799" b="1" dirty="0">
                <a:solidFill>
                  <a:srgbClr val="FFFFFF"/>
                </a:solidFill>
                <a:latin typeface="Times New Roman Bold"/>
                <a:ea typeface="Times New Roman Bold"/>
                <a:cs typeface="Times New Roman Bold"/>
                <a:sym typeface="Times New Roman Bold"/>
              </a:rPr>
              <a:t>3.VARSHITHA H B </a:t>
            </a:r>
            <a:r>
              <a:rPr lang="en-US" sz="2799" b="1" dirty="0">
                <a:solidFill>
                  <a:srgbClr val="FF914D"/>
                </a:solidFill>
                <a:latin typeface="Times New Roman Bold"/>
                <a:ea typeface="Times New Roman Bold"/>
                <a:cs typeface="Times New Roman Bold"/>
                <a:sym typeface="Times New Roman Bold"/>
              </a:rPr>
              <a:t>(4CA22CS115) (4CA22CS123)</a:t>
            </a:r>
          </a:p>
        </p:txBody>
      </p:sp>
      <p:sp>
        <p:nvSpPr>
          <p:cNvPr id="15" name="TextBox 15"/>
          <p:cNvSpPr txBox="1"/>
          <p:nvPr/>
        </p:nvSpPr>
        <p:spPr>
          <a:xfrm>
            <a:off x="626755" y="9553451"/>
            <a:ext cx="2211991" cy="523208"/>
          </a:xfrm>
          <a:prstGeom prst="rect">
            <a:avLst/>
          </a:prstGeom>
        </p:spPr>
        <p:txBody>
          <a:bodyPr lIns="0" tIns="0" rIns="0" bIns="0" rtlCol="0" anchor="t">
            <a:spAutoFit/>
          </a:bodyPr>
          <a:lstStyle/>
          <a:p>
            <a:pPr algn="l">
              <a:lnSpc>
                <a:spcPts val="3900"/>
              </a:lnSpc>
            </a:pPr>
            <a:r>
              <a:rPr lang="en-US" sz="2799" b="1">
                <a:solidFill>
                  <a:srgbClr val="FFFFFF"/>
                </a:solidFill>
                <a:latin typeface="Times New Roman Bold"/>
                <a:ea typeface="Times New Roman Bold"/>
                <a:cs typeface="Times New Roman Bold"/>
                <a:sym typeface="Times New Roman Bold"/>
              </a:rPr>
              <a:t>4YASHAS M </a:t>
            </a:r>
          </a:p>
        </p:txBody>
      </p:sp>
      <p:sp>
        <p:nvSpPr>
          <p:cNvPr id="16" name="TextBox 16"/>
          <p:cNvSpPr txBox="1"/>
          <p:nvPr/>
        </p:nvSpPr>
        <p:spPr>
          <a:xfrm>
            <a:off x="11380051" y="7526112"/>
            <a:ext cx="7035717" cy="1443714"/>
          </a:xfrm>
          <a:prstGeom prst="rect">
            <a:avLst/>
          </a:prstGeom>
        </p:spPr>
        <p:txBody>
          <a:bodyPr lIns="0" tIns="0" rIns="0" bIns="0" rtlCol="0" anchor="t">
            <a:spAutoFit/>
          </a:bodyPr>
          <a:lstStyle/>
          <a:p>
            <a:pPr algn="ctr">
              <a:lnSpc>
                <a:spcPts val="5549"/>
              </a:lnSpc>
            </a:pPr>
            <a:r>
              <a:rPr lang="en-US" sz="4015" b="1">
                <a:solidFill>
                  <a:srgbClr val="FFFFFF"/>
                </a:solidFill>
                <a:latin typeface="Times New Roman Bold"/>
                <a:ea typeface="Times New Roman Bold"/>
                <a:cs typeface="Times New Roman Bold"/>
                <a:sym typeface="Times New Roman Bold"/>
              </a:rPr>
              <a:t>UNDER THE GUIDANCE OF </a:t>
            </a:r>
            <a:r>
              <a:rPr lang="en-US" sz="4015" b="1">
                <a:solidFill>
                  <a:srgbClr val="FF914D"/>
                </a:solidFill>
                <a:latin typeface="Times New Roman Bold"/>
                <a:ea typeface="Times New Roman Bold"/>
                <a:cs typeface="Times New Roman Bold"/>
                <a:sym typeface="Times New Roman Bold"/>
              </a:rPr>
              <a:t>Prof. AKSHATHA T M</a:t>
            </a:r>
          </a:p>
        </p:txBody>
      </p:sp>
      <p:sp>
        <p:nvSpPr>
          <p:cNvPr id="17" name="TextBox 17"/>
          <p:cNvSpPr txBox="1"/>
          <p:nvPr/>
        </p:nvSpPr>
        <p:spPr>
          <a:xfrm>
            <a:off x="12937188" y="8897512"/>
            <a:ext cx="94678" cy="598427"/>
          </a:xfrm>
          <a:prstGeom prst="rect">
            <a:avLst/>
          </a:prstGeom>
        </p:spPr>
        <p:txBody>
          <a:bodyPr lIns="0" tIns="0" rIns="0" bIns="0" rtlCol="0" anchor="t">
            <a:spAutoFit/>
          </a:bodyPr>
          <a:lstStyle/>
          <a:p>
            <a:pPr algn="l">
              <a:lnSpc>
                <a:spcPts val="4692"/>
              </a:lnSpc>
            </a:pPr>
            <a:r>
              <a:rPr lang="en-US" sz="2923" b="1">
                <a:solidFill>
                  <a:srgbClr val="FF914D"/>
                </a:solidFill>
                <a:latin typeface="Times New Roman Bold"/>
                <a:ea typeface="Times New Roman Bold"/>
                <a:cs typeface="Times New Roman Bold"/>
                <a:sym typeface="Times New Roman Bold"/>
              </a:rPr>
              <a:t> </a:t>
            </a:r>
          </a:p>
        </p:txBody>
      </p:sp>
      <p:sp>
        <p:nvSpPr>
          <p:cNvPr id="18" name="TextBox 18"/>
          <p:cNvSpPr txBox="1"/>
          <p:nvPr/>
        </p:nvSpPr>
        <p:spPr>
          <a:xfrm>
            <a:off x="11130829" y="8844926"/>
            <a:ext cx="7004771" cy="482248"/>
          </a:xfrm>
          <a:prstGeom prst="rect">
            <a:avLst/>
          </a:prstGeom>
        </p:spPr>
        <p:txBody>
          <a:bodyPr lIns="0" tIns="0" rIns="0" bIns="0" rtlCol="0" anchor="t">
            <a:spAutoFit/>
          </a:bodyPr>
          <a:lstStyle/>
          <a:p>
            <a:pPr algn="l">
              <a:lnSpc>
                <a:spcPts val="4092"/>
              </a:lnSpc>
            </a:pPr>
            <a:r>
              <a:rPr lang="en-US" sz="2923" b="1" dirty="0">
                <a:solidFill>
                  <a:srgbClr val="FF914D"/>
                </a:solidFill>
                <a:latin typeface="Times New Roman Bold"/>
                <a:ea typeface="Times New Roman Bold"/>
                <a:cs typeface="Times New Roman Bold"/>
                <a:sym typeface="Times New Roman Bold"/>
              </a:rPr>
              <a:t>(HOD of computer science and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89033" y="2886113"/>
            <a:ext cx="17907000" cy="7400887"/>
          </a:xfrm>
          <a:custGeom>
            <a:avLst/>
            <a:gdLst/>
            <a:ahLst/>
            <a:cxnLst/>
            <a:rect l="l" t="t" r="r" b="b"/>
            <a:pathLst>
              <a:path w="17907000" h="7400887">
                <a:moveTo>
                  <a:pt x="0" y="0"/>
                </a:moveTo>
                <a:lnTo>
                  <a:pt x="17907000" y="0"/>
                </a:lnTo>
                <a:lnTo>
                  <a:pt x="17907000" y="7400887"/>
                </a:lnTo>
                <a:lnTo>
                  <a:pt x="0" y="7400887"/>
                </a:lnTo>
                <a:lnTo>
                  <a:pt x="0" y="0"/>
                </a:lnTo>
                <a:close/>
              </a:path>
            </a:pathLst>
          </a:custGeom>
          <a:blipFill>
            <a:blip r:embed="rId4"/>
            <a:stretch>
              <a:fillRect l="-2111" t="-26460" r="-6505" b="-21416"/>
            </a:stretch>
          </a:blipFill>
        </p:spPr>
      </p:sp>
      <p:sp>
        <p:nvSpPr>
          <p:cNvPr id="4" name="TextBox 4"/>
          <p:cNvSpPr txBox="1"/>
          <p:nvPr/>
        </p:nvSpPr>
        <p:spPr>
          <a:xfrm>
            <a:off x="622840" y="93364"/>
            <a:ext cx="17382915" cy="2138077"/>
          </a:xfrm>
          <a:prstGeom prst="rect">
            <a:avLst/>
          </a:prstGeom>
        </p:spPr>
        <p:txBody>
          <a:bodyPr lIns="0" tIns="0" rIns="0" bIns="0" rtlCol="0" anchor="t">
            <a:spAutoFit/>
          </a:bodyPr>
          <a:lstStyle/>
          <a:p>
            <a:pPr algn="ctr">
              <a:lnSpc>
                <a:spcPts val="8248"/>
              </a:lnSpc>
            </a:pPr>
            <a:r>
              <a:rPr lang="en-US" sz="5900" b="1">
                <a:solidFill>
                  <a:srgbClr val="5CE1E6"/>
                </a:solidFill>
                <a:latin typeface="Times New Roman Bold"/>
                <a:ea typeface="Times New Roman Bold"/>
                <a:cs typeface="Times New Roman Bold"/>
                <a:sym typeface="Times New Roman Bold"/>
              </a:rPr>
              <a:t>Fake Product Review Monitoring and Removal of Non- Genuine Ratings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0999"/>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18799" y="0"/>
            <a:ext cx="18288000" cy="10972800"/>
          </a:xfrm>
          <a:custGeom>
            <a:avLst/>
            <a:gdLst/>
            <a:ahLst/>
            <a:cxnLst/>
            <a:rect l="l" t="t" r="r" b="b"/>
            <a:pathLst>
              <a:path w="18288000" h="10972800">
                <a:moveTo>
                  <a:pt x="0" y="0"/>
                </a:moveTo>
                <a:lnTo>
                  <a:pt x="18288000" y="0"/>
                </a:lnTo>
                <a:lnTo>
                  <a:pt x="18288000" y="10972800"/>
                </a:lnTo>
                <a:lnTo>
                  <a:pt x="0" y="10972800"/>
                </a:lnTo>
                <a:lnTo>
                  <a:pt x="0" y="0"/>
                </a:lnTo>
                <a:close/>
              </a:path>
            </a:pathLst>
          </a:custGeom>
          <a:blipFill>
            <a:blip r:embed="rId4">
              <a:alphaModFix amt="10999"/>
            </a:blip>
            <a:stretch>
              <a:fillRect/>
            </a:stretch>
          </a:blipFill>
        </p:spPr>
        <p:txBody>
          <a:bodyPr/>
          <a:lstStyle/>
          <a:p>
            <a:endParaRPr lang="en-IN" dirty="0">
              <a:latin typeface="Times New Roman" panose="02020603050405020304" pitchFamily="18" charset="0"/>
              <a:cs typeface="Times New Roman" panose="02020603050405020304" pitchFamily="18" charset="0"/>
            </a:endParaRPr>
          </a:p>
        </p:txBody>
      </p:sp>
      <p:sp>
        <p:nvSpPr>
          <p:cNvPr id="4" name="Freeform 4"/>
          <p:cNvSpPr/>
          <p:nvPr/>
        </p:nvSpPr>
        <p:spPr>
          <a:xfrm>
            <a:off x="1712633" y="8951728"/>
            <a:ext cx="2860615" cy="611629"/>
          </a:xfrm>
          <a:custGeom>
            <a:avLst/>
            <a:gdLst/>
            <a:ahLst/>
            <a:cxnLst/>
            <a:rect l="l" t="t" r="r" b="b"/>
            <a:pathLst>
              <a:path w="2860615" h="611629">
                <a:moveTo>
                  <a:pt x="0" y="0"/>
                </a:moveTo>
                <a:lnTo>
                  <a:pt x="2860615" y="0"/>
                </a:lnTo>
                <a:lnTo>
                  <a:pt x="2860615" y="611629"/>
                </a:lnTo>
                <a:lnTo>
                  <a:pt x="0" y="611629"/>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5" name="Freeform 5"/>
          <p:cNvSpPr/>
          <p:nvPr/>
        </p:nvSpPr>
        <p:spPr>
          <a:xfrm>
            <a:off x="15517368" y="1021185"/>
            <a:ext cx="1804025" cy="575453"/>
          </a:xfrm>
          <a:custGeom>
            <a:avLst/>
            <a:gdLst/>
            <a:ahLst/>
            <a:cxnLst/>
            <a:rect l="l" t="t" r="r" b="b"/>
            <a:pathLst>
              <a:path w="1804025" h="575453">
                <a:moveTo>
                  <a:pt x="0" y="0"/>
                </a:moveTo>
                <a:lnTo>
                  <a:pt x="1804025" y="0"/>
                </a:lnTo>
                <a:lnTo>
                  <a:pt x="1804025" y="575453"/>
                </a:lnTo>
                <a:lnTo>
                  <a:pt x="0" y="575453"/>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6" name="Freeform 6"/>
          <p:cNvSpPr/>
          <p:nvPr/>
        </p:nvSpPr>
        <p:spPr>
          <a:xfrm>
            <a:off x="1028700" y="2301926"/>
            <a:ext cx="7115175" cy="7196766"/>
          </a:xfrm>
          <a:custGeom>
            <a:avLst/>
            <a:gdLst/>
            <a:ahLst/>
            <a:cxnLst/>
            <a:rect l="l" t="t" r="r" b="b"/>
            <a:pathLst>
              <a:path w="7115175" h="7196766">
                <a:moveTo>
                  <a:pt x="0" y="0"/>
                </a:moveTo>
                <a:lnTo>
                  <a:pt x="7115175" y="0"/>
                </a:lnTo>
                <a:lnTo>
                  <a:pt x="7115175" y="7196766"/>
                </a:lnTo>
                <a:lnTo>
                  <a:pt x="0" y="7196766"/>
                </a:lnTo>
                <a:lnTo>
                  <a:pt x="0" y="0"/>
                </a:lnTo>
                <a:close/>
              </a:path>
            </a:pathLst>
          </a:custGeom>
          <a:blipFill>
            <a:blip r:embed="rId9"/>
            <a:stretch>
              <a:fillRect l="-3452" t="-5616" r="-3375"/>
            </a:stretch>
          </a:blipFill>
        </p:spPr>
      </p:sp>
      <p:sp>
        <p:nvSpPr>
          <p:cNvPr id="7" name="Freeform 7"/>
          <p:cNvSpPr/>
          <p:nvPr/>
        </p:nvSpPr>
        <p:spPr>
          <a:xfrm>
            <a:off x="702485" y="877619"/>
            <a:ext cx="6175248" cy="862584"/>
          </a:xfrm>
          <a:custGeom>
            <a:avLst/>
            <a:gdLst/>
            <a:ahLst/>
            <a:cxnLst/>
            <a:rect l="l" t="t" r="r" b="b"/>
            <a:pathLst>
              <a:path w="6175248" h="862584">
                <a:moveTo>
                  <a:pt x="0" y="0"/>
                </a:moveTo>
                <a:lnTo>
                  <a:pt x="6175248" y="0"/>
                </a:lnTo>
                <a:lnTo>
                  <a:pt x="6175248" y="862584"/>
                </a:lnTo>
                <a:lnTo>
                  <a:pt x="0" y="862584"/>
                </a:lnTo>
                <a:lnTo>
                  <a:pt x="0" y="0"/>
                </a:lnTo>
                <a:close/>
              </a:path>
            </a:pathLst>
          </a:custGeom>
          <a:blipFill>
            <a:blip r:embed="rId10"/>
            <a:stretch>
              <a:fillRect/>
            </a:stretch>
          </a:blipFill>
        </p:spPr>
        <p:txBody>
          <a:bodyPr/>
          <a:lstStyle/>
          <a:p>
            <a:endParaRPr lang="en-IN" dirty="0"/>
          </a:p>
        </p:txBody>
      </p:sp>
      <p:grpSp>
        <p:nvGrpSpPr>
          <p:cNvPr id="8" name="Group 8"/>
          <p:cNvGrpSpPr>
            <a:grpSpLocks noChangeAspect="1"/>
          </p:cNvGrpSpPr>
          <p:nvPr/>
        </p:nvGrpSpPr>
        <p:grpSpPr>
          <a:xfrm>
            <a:off x="9377153" y="1237678"/>
            <a:ext cx="114300" cy="114300"/>
            <a:chOff x="0" y="0"/>
            <a:chExt cx="114300" cy="114300"/>
          </a:xfrm>
        </p:grpSpPr>
        <p:sp>
          <p:nvSpPr>
            <p:cNvPr id="9" name="Freeform 9"/>
            <p:cNvSpPr/>
            <p:nvPr/>
          </p:nvSpPr>
          <p:spPr>
            <a:xfrm>
              <a:off x="0" y="0"/>
              <a:ext cx="114300" cy="114300"/>
            </a:xfrm>
            <a:custGeom>
              <a:avLst/>
              <a:gdLst/>
              <a:ahLst/>
              <a:cxnLst/>
              <a:rect l="l" t="t" r="r" b="b"/>
              <a:pathLst>
                <a:path w="114300" h="114300">
                  <a:moveTo>
                    <a:pt x="114300" y="57150"/>
                  </a:moveTo>
                  <a:cubicBezTo>
                    <a:pt x="114300" y="60960"/>
                    <a:pt x="113919" y="64643"/>
                    <a:pt x="113157" y="68326"/>
                  </a:cubicBezTo>
                  <a:cubicBezTo>
                    <a:pt x="112395" y="72009"/>
                    <a:pt x="111379" y="75565"/>
                    <a:pt x="109855" y="78994"/>
                  </a:cubicBezTo>
                  <a:cubicBezTo>
                    <a:pt x="108331" y="82423"/>
                    <a:pt x="106680" y="85725"/>
                    <a:pt x="104521" y="88900"/>
                  </a:cubicBezTo>
                  <a:cubicBezTo>
                    <a:pt x="102362" y="92075"/>
                    <a:pt x="100076" y="94869"/>
                    <a:pt x="97409" y="97536"/>
                  </a:cubicBezTo>
                  <a:cubicBezTo>
                    <a:pt x="94742" y="100203"/>
                    <a:pt x="91821" y="102616"/>
                    <a:pt x="88773" y="104648"/>
                  </a:cubicBezTo>
                  <a:cubicBezTo>
                    <a:pt x="85725" y="106680"/>
                    <a:pt x="82296" y="108458"/>
                    <a:pt x="78867" y="109982"/>
                  </a:cubicBezTo>
                  <a:cubicBezTo>
                    <a:pt x="75438" y="111506"/>
                    <a:pt x="71882" y="112522"/>
                    <a:pt x="68199" y="113284"/>
                  </a:cubicBezTo>
                  <a:cubicBezTo>
                    <a:pt x="64516" y="114046"/>
                    <a:pt x="60960" y="114300"/>
                    <a:pt x="57150" y="114300"/>
                  </a:cubicBezTo>
                  <a:cubicBezTo>
                    <a:pt x="53340" y="114300"/>
                    <a:pt x="49657" y="113919"/>
                    <a:pt x="45974" y="113157"/>
                  </a:cubicBezTo>
                  <a:cubicBezTo>
                    <a:pt x="42291" y="112395"/>
                    <a:pt x="38735" y="111379"/>
                    <a:pt x="35306" y="109855"/>
                  </a:cubicBezTo>
                  <a:cubicBezTo>
                    <a:pt x="31877" y="108331"/>
                    <a:pt x="28575" y="106680"/>
                    <a:pt x="25400" y="104521"/>
                  </a:cubicBezTo>
                  <a:cubicBezTo>
                    <a:pt x="22225" y="102362"/>
                    <a:pt x="19431" y="100076"/>
                    <a:pt x="16764" y="97409"/>
                  </a:cubicBezTo>
                  <a:cubicBezTo>
                    <a:pt x="14097" y="94742"/>
                    <a:pt x="11684" y="92075"/>
                    <a:pt x="9652" y="88900"/>
                  </a:cubicBezTo>
                  <a:cubicBezTo>
                    <a:pt x="7620" y="85725"/>
                    <a:pt x="5842" y="82550"/>
                    <a:pt x="4318" y="78994"/>
                  </a:cubicBezTo>
                  <a:cubicBezTo>
                    <a:pt x="2794" y="75438"/>
                    <a:pt x="1778" y="72009"/>
                    <a:pt x="1143" y="68326"/>
                  </a:cubicBezTo>
                  <a:cubicBezTo>
                    <a:pt x="508" y="64643"/>
                    <a:pt x="0" y="60960"/>
                    <a:pt x="0" y="57150"/>
                  </a:cubicBezTo>
                  <a:cubicBezTo>
                    <a:pt x="0" y="53340"/>
                    <a:pt x="381" y="49657"/>
                    <a:pt x="1143" y="45974"/>
                  </a:cubicBezTo>
                  <a:cubicBezTo>
                    <a:pt x="1905" y="42291"/>
                    <a:pt x="2921" y="38735"/>
                    <a:pt x="4445" y="35306"/>
                  </a:cubicBezTo>
                  <a:cubicBezTo>
                    <a:pt x="5969" y="31877"/>
                    <a:pt x="7493" y="28575"/>
                    <a:pt x="9652" y="25400"/>
                  </a:cubicBezTo>
                  <a:cubicBezTo>
                    <a:pt x="11811" y="22225"/>
                    <a:pt x="14097" y="19431"/>
                    <a:pt x="16764" y="16764"/>
                  </a:cubicBezTo>
                  <a:cubicBezTo>
                    <a:pt x="19431" y="14097"/>
                    <a:pt x="22352" y="11684"/>
                    <a:pt x="25400" y="9652"/>
                  </a:cubicBezTo>
                  <a:cubicBezTo>
                    <a:pt x="28448" y="7620"/>
                    <a:pt x="31877" y="5842"/>
                    <a:pt x="35306" y="4318"/>
                  </a:cubicBezTo>
                  <a:cubicBezTo>
                    <a:pt x="38735" y="2794"/>
                    <a:pt x="42291" y="1778"/>
                    <a:pt x="45974" y="1016"/>
                  </a:cubicBezTo>
                  <a:cubicBezTo>
                    <a:pt x="49657" y="254"/>
                    <a:pt x="53340" y="0"/>
                    <a:pt x="57150" y="0"/>
                  </a:cubicBezTo>
                  <a:cubicBezTo>
                    <a:pt x="60960" y="0"/>
                    <a:pt x="64643" y="381"/>
                    <a:pt x="68326" y="1143"/>
                  </a:cubicBezTo>
                  <a:cubicBezTo>
                    <a:pt x="72009" y="1905"/>
                    <a:pt x="75565" y="2921"/>
                    <a:pt x="78994" y="4445"/>
                  </a:cubicBezTo>
                  <a:cubicBezTo>
                    <a:pt x="82423" y="5969"/>
                    <a:pt x="85725" y="7620"/>
                    <a:pt x="88900" y="9779"/>
                  </a:cubicBezTo>
                  <a:cubicBezTo>
                    <a:pt x="92075" y="11938"/>
                    <a:pt x="94869" y="14224"/>
                    <a:pt x="97536" y="16891"/>
                  </a:cubicBezTo>
                  <a:cubicBezTo>
                    <a:pt x="100203" y="19558"/>
                    <a:pt x="102616" y="22479"/>
                    <a:pt x="104648" y="25527"/>
                  </a:cubicBezTo>
                  <a:cubicBezTo>
                    <a:pt x="106680" y="28575"/>
                    <a:pt x="108458" y="32004"/>
                    <a:pt x="109982" y="35433"/>
                  </a:cubicBezTo>
                  <a:cubicBezTo>
                    <a:pt x="111506" y="38862"/>
                    <a:pt x="112522" y="42418"/>
                    <a:pt x="113284" y="46101"/>
                  </a:cubicBezTo>
                  <a:cubicBezTo>
                    <a:pt x="114046" y="49784"/>
                    <a:pt x="114300" y="53340"/>
                    <a:pt x="114300" y="57150"/>
                  </a:cubicBezTo>
                  <a:close/>
                </a:path>
              </a:pathLst>
            </a:custGeom>
            <a:solidFill>
              <a:srgbClr val="FFFFFF"/>
            </a:solidFill>
          </p:spPr>
        </p:sp>
      </p:grpSp>
      <p:grpSp>
        <p:nvGrpSpPr>
          <p:cNvPr id="10" name="Group 10"/>
          <p:cNvGrpSpPr>
            <a:grpSpLocks noChangeAspect="1"/>
          </p:cNvGrpSpPr>
          <p:nvPr/>
        </p:nvGrpSpPr>
        <p:grpSpPr>
          <a:xfrm>
            <a:off x="9443828" y="2742628"/>
            <a:ext cx="123825" cy="123825"/>
            <a:chOff x="0" y="0"/>
            <a:chExt cx="123825" cy="123825"/>
          </a:xfrm>
        </p:grpSpPr>
        <p:sp>
          <p:nvSpPr>
            <p:cNvPr id="11" name="Freeform 11"/>
            <p:cNvSpPr/>
            <p:nvPr/>
          </p:nvSpPr>
          <p:spPr>
            <a:xfrm>
              <a:off x="0" y="0"/>
              <a:ext cx="123825" cy="123825"/>
            </a:xfrm>
            <a:custGeom>
              <a:avLst/>
              <a:gdLst/>
              <a:ahLst/>
              <a:cxnLst/>
              <a:rect l="l" t="t" r="r" b="b"/>
              <a:pathLst>
                <a:path w="123825" h="123825">
                  <a:moveTo>
                    <a:pt x="123825" y="61976"/>
                  </a:moveTo>
                  <a:cubicBezTo>
                    <a:pt x="123825" y="66040"/>
                    <a:pt x="123444" y="70104"/>
                    <a:pt x="122682" y="74041"/>
                  </a:cubicBezTo>
                  <a:cubicBezTo>
                    <a:pt x="121920" y="77978"/>
                    <a:pt x="120777" y="81915"/>
                    <a:pt x="119126" y="85598"/>
                  </a:cubicBezTo>
                  <a:cubicBezTo>
                    <a:pt x="117475" y="89281"/>
                    <a:pt x="115697" y="92964"/>
                    <a:pt x="113411" y="96266"/>
                  </a:cubicBezTo>
                  <a:cubicBezTo>
                    <a:pt x="111125" y="99568"/>
                    <a:pt x="108585" y="102743"/>
                    <a:pt x="105664" y="105664"/>
                  </a:cubicBezTo>
                  <a:cubicBezTo>
                    <a:pt x="102743" y="108585"/>
                    <a:pt x="99695" y="111125"/>
                    <a:pt x="96266" y="113411"/>
                  </a:cubicBezTo>
                  <a:cubicBezTo>
                    <a:pt x="92837" y="115697"/>
                    <a:pt x="89281" y="117602"/>
                    <a:pt x="85598" y="119126"/>
                  </a:cubicBezTo>
                  <a:cubicBezTo>
                    <a:pt x="81915" y="120650"/>
                    <a:pt x="77978" y="121793"/>
                    <a:pt x="74041" y="122682"/>
                  </a:cubicBezTo>
                  <a:cubicBezTo>
                    <a:pt x="70104" y="123571"/>
                    <a:pt x="66040" y="123825"/>
                    <a:pt x="61976" y="123825"/>
                  </a:cubicBezTo>
                  <a:cubicBezTo>
                    <a:pt x="57912" y="123825"/>
                    <a:pt x="53848" y="123444"/>
                    <a:pt x="49911" y="122682"/>
                  </a:cubicBezTo>
                  <a:cubicBezTo>
                    <a:pt x="45974" y="121920"/>
                    <a:pt x="42037" y="120777"/>
                    <a:pt x="38354" y="119126"/>
                  </a:cubicBezTo>
                  <a:cubicBezTo>
                    <a:pt x="34671" y="117475"/>
                    <a:pt x="30988" y="115697"/>
                    <a:pt x="27686" y="113411"/>
                  </a:cubicBezTo>
                  <a:cubicBezTo>
                    <a:pt x="24384" y="111125"/>
                    <a:pt x="21209" y="108585"/>
                    <a:pt x="18288" y="105664"/>
                  </a:cubicBezTo>
                  <a:cubicBezTo>
                    <a:pt x="15367" y="102743"/>
                    <a:pt x="12700" y="99695"/>
                    <a:pt x="10414" y="96266"/>
                  </a:cubicBezTo>
                  <a:cubicBezTo>
                    <a:pt x="8128" y="92837"/>
                    <a:pt x="6223" y="89408"/>
                    <a:pt x="4699" y="85598"/>
                  </a:cubicBezTo>
                  <a:cubicBezTo>
                    <a:pt x="3175" y="81788"/>
                    <a:pt x="2032" y="77978"/>
                    <a:pt x="1143" y="74041"/>
                  </a:cubicBezTo>
                  <a:cubicBezTo>
                    <a:pt x="254" y="70104"/>
                    <a:pt x="0" y="66040"/>
                    <a:pt x="0" y="61976"/>
                  </a:cubicBezTo>
                  <a:cubicBezTo>
                    <a:pt x="0" y="57912"/>
                    <a:pt x="381" y="53848"/>
                    <a:pt x="1143" y="49911"/>
                  </a:cubicBezTo>
                  <a:cubicBezTo>
                    <a:pt x="1905" y="45974"/>
                    <a:pt x="3048" y="42037"/>
                    <a:pt x="4699" y="38354"/>
                  </a:cubicBezTo>
                  <a:cubicBezTo>
                    <a:pt x="6350" y="34671"/>
                    <a:pt x="8128" y="30988"/>
                    <a:pt x="10414" y="27686"/>
                  </a:cubicBezTo>
                  <a:cubicBezTo>
                    <a:pt x="12700" y="24384"/>
                    <a:pt x="15240" y="21209"/>
                    <a:pt x="18161" y="18288"/>
                  </a:cubicBezTo>
                  <a:cubicBezTo>
                    <a:pt x="21082" y="15367"/>
                    <a:pt x="24130" y="12700"/>
                    <a:pt x="27559" y="10414"/>
                  </a:cubicBezTo>
                  <a:cubicBezTo>
                    <a:pt x="30988" y="8128"/>
                    <a:pt x="34544" y="6223"/>
                    <a:pt x="38227" y="4699"/>
                  </a:cubicBezTo>
                  <a:cubicBezTo>
                    <a:pt x="41910" y="3175"/>
                    <a:pt x="45847" y="2032"/>
                    <a:pt x="49784" y="1143"/>
                  </a:cubicBezTo>
                  <a:cubicBezTo>
                    <a:pt x="53721" y="254"/>
                    <a:pt x="57785" y="0"/>
                    <a:pt x="61976" y="0"/>
                  </a:cubicBezTo>
                  <a:cubicBezTo>
                    <a:pt x="66167" y="0"/>
                    <a:pt x="70104" y="381"/>
                    <a:pt x="74041" y="1143"/>
                  </a:cubicBezTo>
                  <a:cubicBezTo>
                    <a:pt x="77978" y="1905"/>
                    <a:pt x="81915" y="3048"/>
                    <a:pt x="85598" y="4699"/>
                  </a:cubicBezTo>
                  <a:cubicBezTo>
                    <a:pt x="89281" y="6350"/>
                    <a:pt x="92964" y="8128"/>
                    <a:pt x="96266" y="10414"/>
                  </a:cubicBezTo>
                  <a:cubicBezTo>
                    <a:pt x="99568" y="12700"/>
                    <a:pt x="102743" y="15240"/>
                    <a:pt x="105664" y="18161"/>
                  </a:cubicBezTo>
                  <a:cubicBezTo>
                    <a:pt x="108585" y="21082"/>
                    <a:pt x="111125" y="24130"/>
                    <a:pt x="113411" y="27559"/>
                  </a:cubicBezTo>
                  <a:cubicBezTo>
                    <a:pt x="115697" y="30988"/>
                    <a:pt x="117602" y="34544"/>
                    <a:pt x="119126" y="38227"/>
                  </a:cubicBezTo>
                  <a:cubicBezTo>
                    <a:pt x="120650" y="41910"/>
                    <a:pt x="121793" y="45847"/>
                    <a:pt x="122682" y="49784"/>
                  </a:cubicBezTo>
                  <a:cubicBezTo>
                    <a:pt x="123571" y="53721"/>
                    <a:pt x="123825" y="57785"/>
                    <a:pt x="123825" y="61849"/>
                  </a:cubicBezTo>
                  <a:close/>
                </a:path>
              </a:pathLst>
            </a:custGeom>
            <a:solidFill>
              <a:srgbClr val="FFFFFF"/>
            </a:solidFill>
          </p:spPr>
        </p:sp>
      </p:grpSp>
      <p:grpSp>
        <p:nvGrpSpPr>
          <p:cNvPr id="12" name="Group 12"/>
          <p:cNvGrpSpPr>
            <a:grpSpLocks noChangeAspect="1"/>
          </p:cNvGrpSpPr>
          <p:nvPr/>
        </p:nvGrpSpPr>
        <p:grpSpPr>
          <a:xfrm>
            <a:off x="9443828" y="4399978"/>
            <a:ext cx="123825" cy="123825"/>
            <a:chOff x="0" y="0"/>
            <a:chExt cx="123825" cy="123825"/>
          </a:xfrm>
        </p:grpSpPr>
        <p:sp>
          <p:nvSpPr>
            <p:cNvPr id="13" name="Freeform 13"/>
            <p:cNvSpPr/>
            <p:nvPr/>
          </p:nvSpPr>
          <p:spPr>
            <a:xfrm>
              <a:off x="0" y="0"/>
              <a:ext cx="123825" cy="123825"/>
            </a:xfrm>
            <a:custGeom>
              <a:avLst/>
              <a:gdLst/>
              <a:ahLst/>
              <a:cxnLst/>
              <a:rect l="l" t="t" r="r" b="b"/>
              <a:pathLst>
                <a:path w="123825" h="123825">
                  <a:moveTo>
                    <a:pt x="123825" y="61976"/>
                  </a:moveTo>
                  <a:cubicBezTo>
                    <a:pt x="123825" y="66040"/>
                    <a:pt x="123444" y="70104"/>
                    <a:pt x="122682" y="74041"/>
                  </a:cubicBezTo>
                  <a:cubicBezTo>
                    <a:pt x="121920" y="77978"/>
                    <a:pt x="120777" y="81915"/>
                    <a:pt x="119126" y="85598"/>
                  </a:cubicBezTo>
                  <a:cubicBezTo>
                    <a:pt x="117475" y="89281"/>
                    <a:pt x="115697" y="92964"/>
                    <a:pt x="113411" y="96266"/>
                  </a:cubicBezTo>
                  <a:cubicBezTo>
                    <a:pt x="111125" y="99568"/>
                    <a:pt x="108585" y="102743"/>
                    <a:pt x="105664" y="105664"/>
                  </a:cubicBezTo>
                  <a:cubicBezTo>
                    <a:pt x="102743" y="108585"/>
                    <a:pt x="99695" y="111125"/>
                    <a:pt x="96266" y="113411"/>
                  </a:cubicBezTo>
                  <a:cubicBezTo>
                    <a:pt x="92837" y="115697"/>
                    <a:pt x="89281" y="117602"/>
                    <a:pt x="85598" y="119126"/>
                  </a:cubicBezTo>
                  <a:cubicBezTo>
                    <a:pt x="81915" y="120650"/>
                    <a:pt x="77978" y="121793"/>
                    <a:pt x="74041" y="122682"/>
                  </a:cubicBezTo>
                  <a:cubicBezTo>
                    <a:pt x="70104" y="123571"/>
                    <a:pt x="66040" y="123825"/>
                    <a:pt x="61976" y="123825"/>
                  </a:cubicBezTo>
                  <a:cubicBezTo>
                    <a:pt x="57912" y="123825"/>
                    <a:pt x="53848" y="123444"/>
                    <a:pt x="49911" y="122682"/>
                  </a:cubicBezTo>
                  <a:cubicBezTo>
                    <a:pt x="45974" y="121920"/>
                    <a:pt x="42037" y="120777"/>
                    <a:pt x="38354" y="119126"/>
                  </a:cubicBezTo>
                  <a:cubicBezTo>
                    <a:pt x="34671" y="117475"/>
                    <a:pt x="30988" y="115697"/>
                    <a:pt x="27686" y="113411"/>
                  </a:cubicBezTo>
                  <a:cubicBezTo>
                    <a:pt x="24384" y="111125"/>
                    <a:pt x="21209" y="108585"/>
                    <a:pt x="18288" y="105664"/>
                  </a:cubicBezTo>
                  <a:cubicBezTo>
                    <a:pt x="15367" y="102743"/>
                    <a:pt x="12700" y="99695"/>
                    <a:pt x="10414" y="96266"/>
                  </a:cubicBezTo>
                  <a:cubicBezTo>
                    <a:pt x="8128" y="92837"/>
                    <a:pt x="6223" y="89408"/>
                    <a:pt x="4699" y="85598"/>
                  </a:cubicBezTo>
                  <a:cubicBezTo>
                    <a:pt x="3175" y="81788"/>
                    <a:pt x="2032" y="77978"/>
                    <a:pt x="1143" y="74041"/>
                  </a:cubicBezTo>
                  <a:cubicBezTo>
                    <a:pt x="254" y="70104"/>
                    <a:pt x="0" y="66040"/>
                    <a:pt x="0" y="61976"/>
                  </a:cubicBezTo>
                  <a:cubicBezTo>
                    <a:pt x="0" y="57912"/>
                    <a:pt x="381" y="53848"/>
                    <a:pt x="1143" y="49911"/>
                  </a:cubicBezTo>
                  <a:cubicBezTo>
                    <a:pt x="1905" y="45974"/>
                    <a:pt x="3048" y="42037"/>
                    <a:pt x="4699" y="38354"/>
                  </a:cubicBezTo>
                  <a:cubicBezTo>
                    <a:pt x="6350" y="34671"/>
                    <a:pt x="8128" y="30988"/>
                    <a:pt x="10414" y="27686"/>
                  </a:cubicBezTo>
                  <a:cubicBezTo>
                    <a:pt x="12700" y="24384"/>
                    <a:pt x="15240" y="21209"/>
                    <a:pt x="18161" y="18288"/>
                  </a:cubicBezTo>
                  <a:cubicBezTo>
                    <a:pt x="21082" y="15367"/>
                    <a:pt x="24130" y="12700"/>
                    <a:pt x="27559" y="10414"/>
                  </a:cubicBezTo>
                  <a:cubicBezTo>
                    <a:pt x="30988" y="8128"/>
                    <a:pt x="34544" y="6223"/>
                    <a:pt x="38227" y="4699"/>
                  </a:cubicBezTo>
                  <a:cubicBezTo>
                    <a:pt x="41910" y="3175"/>
                    <a:pt x="45847" y="2032"/>
                    <a:pt x="49784" y="1143"/>
                  </a:cubicBezTo>
                  <a:cubicBezTo>
                    <a:pt x="53721" y="254"/>
                    <a:pt x="57785" y="0"/>
                    <a:pt x="61976" y="0"/>
                  </a:cubicBezTo>
                  <a:cubicBezTo>
                    <a:pt x="66167" y="0"/>
                    <a:pt x="70104" y="381"/>
                    <a:pt x="74041" y="1143"/>
                  </a:cubicBezTo>
                  <a:cubicBezTo>
                    <a:pt x="77978" y="1905"/>
                    <a:pt x="81915" y="3048"/>
                    <a:pt x="85598" y="4699"/>
                  </a:cubicBezTo>
                  <a:cubicBezTo>
                    <a:pt x="89281" y="6350"/>
                    <a:pt x="92964" y="8128"/>
                    <a:pt x="96266" y="10414"/>
                  </a:cubicBezTo>
                  <a:cubicBezTo>
                    <a:pt x="99568" y="12700"/>
                    <a:pt x="102743" y="15240"/>
                    <a:pt x="105664" y="18161"/>
                  </a:cubicBezTo>
                  <a:cubicBezTo>
                    <a:pt x="108585" y="21082"/>
                    <a:pt x="111125" y="24130"/>
                    <a:pt x="113411" y="27559"/>
                  </a:cubicBezTo>
                  <a:cubicBezTo>
                    <a:pt x="115697" y="30988"/>
                    <a:pt x="117602" y="34544"/>
                    <a:pt x="119126" y="38227"/>
                  </a:cubicBezTo>
                  <a:cubicBezTo>
                    <a:pt x="120650" y="41910"/>
                    <a:pt x="121793" y="45847"/>
                    <a:pt x="122682" y="49784"/>
                  </a:cubicBezTo>
                  <a:cubicBezTo>
                    <a:pt x="123571" y="53721"/>
                    <a:pt x="123825" y="57785"/>
                    <a:pt x="123825" y="61849"/>
                  </a:cubicBezTo>
                  <a:close/>
                </a:path>
              </a:pathLst>
            </a:custGeom>
            <a:solidFill>
              <a:srgbClr val="FFFFFF"/>
            </a:solidFill>
          </p:spPr>
        </p:sp>
      </p:grpSp>
      <p:grpSp>
        <p:nvGrpSpPr>
          <p:cNvPr id="14" name="Group 14"/>
          <p:cNvGrpSpPr>
            <a:grpSpLocks noChangeAspect="1"/>
          </p:cNvGrpSpPr>
          <p:nvPr/>
        </p:nvGrpSpPr>
        <p:grpSpPr>
          <a:xfrm>
            <a:off x="9443828" y="7162229"/>
            <a:ext cx="123825" cy="123825"/>
            <a:chOff x="0" y="0"/>
            <a:chExt cx="123825" cy="123825"/>
          </a:xfrm>
        </p:grpSpPr>
        <p:sp>
          <p:nvSpPr>
            <p:cNvPr id="15" name="Freeform 15"/>
            <p:cNvSpPr/>
            <p:nvPr/>
          </p:nvSpPr>
          <p:spPr>
            <a:xfrm>
              <a:off x="0" y="0"/>
              <a:ext cx="123825" cy="123825"/>
            </a:xfrm>
            <a:custGeom>
              <a:avLst/>
              <a:gdLst/>
              <a:ahLst/>
              <a:cxnLst/>
              <a:rect l="l" t="t" r="r" b="b"/>
              <a:pathLst>
                <a:path w="123825" h="123825">
                  <a:moveTo>
                    <a:pt x="123825" y="61976"/>
                  </a:moveTo>
                  <a:cubicBezTo>
                    <a:pt x="123825" y="66040"/>
                    <a:pt x="123444" y="70104"/>
                    <a:pt x="122682" y="74041"/>
                  </a:cubicBezTo>
                  <a:cubicBezTo>
                    <a:pt x="121920" y="77978"/>
                    <a:pt x="120777" y="81915"/>
                    <a:pt x="119126" y="85598"/>
                  </a:cubicBezTo>
                  <a:cubicBezTo>
                    <a:pt x="117475" y="89281"/>
                    <a:pt x="115697" y="92964"/>
                    <a:pt x="113411" y="96266"/>
                  </a:cubicBezTo>
                  <a:cubicBezTo>
                    <a:pt x="111125" y="99568"/>
                    <a:pt x="108585" y="102743"/>
                    <a:pt x="105664" y="105664"/>
                  </a:cubicBezTo>
                  <a:cubicBezTo>
                    <a:pt x="102743" y="108585"/>
                    <a:pt x="99695" y="111125"/>
                    <a:pt x="96266" y="113411"/>
                  </a:cubicBezTo>
                  <a:cubicBezTo>
                    <a:pt x="92837" y="115697"/>
                    <a:pt x="89281" y="117602"/>
                    <a:pt x="85598" y="119126"/>
                  </a:cubicBezTo>
                  <a:cubicBezTo>
                    <a:pt x="81915" y="120650"/>
                    <a:pt x="77978" y="121920"/>
                    <a:pt x="74041" y="122682"/>
                  </a:cubicBezTo>
                  <a:cubicBezTo>
                    <a:pt x="70104" y="123444"/>
                    <a:pt x="66040" y="123825"/>
                    <a:pt x="61976" y="123825"/>
                  </a:cubicBezTo>
                  <a:cubicBezTo>
                    <a:pt x="57912" y="123825"/>
                    <a:pt x="53848" y="123444"/>
                    <a:pt x="49911" y="122682"/>
                  </a:cubicBezTo>
                  <a:cubicBezTo>
                    <a:pt x="45974" y="121920"/>
                    <a:pt x="42037" y="120777"/>
                    <a:pt x="38354" y="119126"/>
                  </a:cubicBezTo>
                  <a:cubicBezTo>
                    <a:pt x="34671" y="117475"/>
                    <a:pt x="30988" y="115697"/>
                    <a:pt x="27686" y="113411"/>
                  </a:cubicBezTo>
                  <a:cubicBezTo>
                    <a:pt x="24384" y="111125"/>
                    <a:pt x="21209" y="108585"/>
                    <a:pt x="18288" y="105664"/>
                  </a:cubicBezTo>
                  <a:cubicBezTo>
                    <a:pt x="15367" y="102743"/>
                    <a:pt x="12700" y="99695"/>
                    <a:pt x="10414" y="96266"/>
                  </a:cubicBezTo>
                  <a:cubicBezTo>
                    <a:pt x="8128" y="92837"/>
                    <a:pt x="6223" y="89408"/>
                    <a:pt x="4699" y="85598"/>
                  </a:cubicBezTo>
                  <a:cubicBezTo>
                    <a:pt x="3175" y="81788"/>
                    <a:pt x="2032" y="77978"/>
                    <a:pt x="1143" y="74041"/>
                  </a:cubicBezTo>
                  <a:cubicBezTo>
                    <a:pt x="254" y="70104"/>
                    <a:pt x="0" y="66040"/>
                    <a:pt x="0" y="61976"/>
                  </a:cubicBezTo>
                  <a:cubicBezTo>
                    <a:pt x="0" y="57912"/>
                    <a:pt x="381" y="53848"/>
                    <a:pt x="1143" y="49911"/>
                  </a:cubicBezTo>
                  <a:cubicBezTo>
                    <a:pt x="1905" y="45974"/>
                    <a:pt x="3048" y="42037"/>
                    <a:pt x="4699" y="38354"/>
                  </a:cubicBezTo>
                  <a:cubicBezTo>
                    <a:pt x="6350" y="34671"/>
                    <a:pt x="8128" y="30988"/>
                    <a:pt x="10414" y="27686"/>
                  </a:cubicBezTo>
                  <a:cubicBezTo>
                    <a:pt x="12700" y="24384"/>
                    <a:pt x="15240" y="21209"/>
                    <a:pt x="18161" y="18288"/>
                  </a:cubicBezTo>
                  <a:cubicBezTo>
                    <a:pt x="21082" y="15367"/>
                    <a:pt x="24130" y="12700"/>
                    <a:pt x="27559" y="10414"/>
                  </a:cubicBezTo>
                  <a:cubicBezTo>
                    <a:pt x="30988" y="8128"/>
                    <a:pt x="34544" y="6223"/>
                    <a:pt x="38227" y="4699"/>
                  </a:cubicBezTo>
                  <a:cubicBezTo>
                    <a:pt x="41910" y="3175"/>
                    <a:pt x="45847" y="2032"/>
                    <a:pt x="49784" y="1143"/>
                  </a:cubicBezTo>
                  <a:cubicBezTo>
                    <a:pt x="53721" y="254"/>
                    <a:pt x="57785" y="0"/>
                    <a:pt x="61976" y="0"/>
                  </a:cubicBezTo>
                  <a:cubicBezTo>
                    <a:pt x="66167" y="0"/>
                    <a:pt x="70104" y="381"/>
                    <a:pt x="74041" y="1143"/>
                  </a:cubicBezTo>
                  <a:cubicBezTo>
                    <a:pt x="77978" y="1905"/>
                    <a:pt x="81915" y="3048"/>
                    <a:pt x="85598" y="4699"/>
                  </a:cubicBezTo>
                  <a:cubicBezTo>
                    <a:pt x="89281" y="6350"/>
                    <a:pt x="92964" y="8128"/>
                    <a:pt x="96266" y="10414"/>
                  </a:cubicBezTo>
                  <a:cubicBezTo>
                    <a:pt x="99568" y="12700"/>
                    <a:pt x="102743" y="15240"/>
                    <a:pt x="105664" y="18161"/>
                  </a:cubicBezTo>
                  <a:cubicBezTo>
                    <a:pt x="108585" y="21082"/>
                    <a:pt x="111125" y="24130"/>
                    <a:pt x="113411" y="27559"/>
                  </a:cubicBezTo>
                  <a:cubicBezTo>
                    <a:pt x="115697" y="30988"/>
                    <a:pt x="117602" y="34544"/>
                    <a:pt x="119126" y="38227"/>
                  </a:cubicBezTo>
                  <a:cubicBezTo>
                    <a:pt x="120650" y="41910"/>
                    <a:pt x="121793" y="45847"/>
                    <a:pt x="122682" y="49784"/>
                  </a:cubicBezTo>
                  <a:cubicBezTo>
                    <a:pt x="123571" y="53721"/>
                    <a:pt x="123825" y="57785"/>
                    <a:pt x="123825" y="61849"/>
                  </a:cubicBezTo>
                  <a:close/>
                </a:path>
              </a:pathLst>
            </a:custGeom>
            <a:solidFill>
              <a:srgbClr val="FFFFFF"/>
            </a:solidFill>
          </p:spPr>
        </p:sp>
      </p:grpSp>
      <p:sp>
        <p:nvSpPr>
          <p:cNvPr id="16" name="TextBox 16"/>
          <p:cNvSpPr txBox="1"/>
          <p:nvPr/>
        </p:nvSpPr>
        <p:spPr>
          <a:xfrm>
            <a:off x="9665722" y="1055313"/>
            <a:ext cx="7688770" cy="1546279"/>
          </a:xfrm>
          <a:prstGeom prst="rect">
            <a:avLst/>
          </a:prstGeom>
        </p:spPr>
        <p:txBody>
          <a:bodyPr lIns="0" tIns="0" rIns="0" bIns="0" rtlCol="0" anchor="t">
            <a:spAutoFit/>
          </a:bodyPr>
          <a:lstStyle/>
          <a:p>
            <a:pPr algn="l">
              <a:lnSpc>
                <a:spcPts val="3850"/>
              </a:lnSpc>
            </a:pPr>
            <a:r>
              <a:rPr lang="en-US" sz="3674" dirty="0">
                <a:latin typeface="Times New Roman"/>
                <a:ea typeface="Times New Roman"/>
                <a:cs typeface="Times New Roman"/>
                <a:sym typeface="Times New Roman"/>
              </a:rPr>
              <a:t>In the digital age, online shopping has become an integral part of consumer behavior.</a:t>
            </a:r>
          </a:p>
        </p:txBody>
      </p:sp>
      <p:sp>
        <p:nvSpPr>
          <p:cNvPr id="17" name="TextBox 17"/>
          <p:cNvSpPr txBox="1"/>
          <p:nvPr/>
        </p:nvSpPr>
        <p:spPr>
          <a:xfrm>
            <a:off x="9924364" y="2543861"/>
            <a:ext cx="131959" cy="614172"/>
          </a:xfrm>
          <a:prstGeom prst="rect">
            <a:avLst/>
          </a:prstGeom>
        </p:spPr>
        <p:txBody>
          <a:bodyPr lIns="0" tIns="0" rIns="0" bIns="0" rtlCol="0" anchor="t">
            <a:spAutoFit/>
          </a:bodyPr>
          <a:lstStyle/>
          <a:p>
            <a:pPr algn="l">
              <a:lnSpc>
                <a:spcPts val="4270"/>
              </a:lnSpc>
            </a:pPr>
            <a:r>
              <a:rPr lang="en-US" sz="4074">
                <a:solidFill>
                  <a:srgbClr val="FFFFFF"/>
                </a:solidFill>
                <a:latin typeface="Times New Roman"/>
                <a:ea typeface="Times New Roman"/>
                <a:cs typeface="Times New Roman"/>
                <a:sym typeface="Times New Roman"/>
              </a:rPr>
              <a:t> </a:t>
            </a:r>
          </a:p>
        </p:txBody>
      </p:sp>
      <p:sp>
        <p:nvSpPr>
          <p:cNvPr id="18" name="TextBox 18"/>
          <p:cNvSpPr txBox="1"/>
          <p:nvPr/>
        </p:nvSpPr>
        <p:spPr>
          <a:xfrm>
            <a:off x="9752047" y="2534336"/>
            <a:ext cx="7147827" cy="564257"/>
          </a:xfrm>
          <a:prstGeom prst="rect">
            <a:avLst/>
          </a:prstGeom>
        </p:spPr>
        <p:txBody>
          <a:bodyPr wrap="square" lIns="0" tIns="0" rIns="0" bIns="0" rtlCol="0" anchor="t">
            <a:spAutoFit/>
          </a:bodyPr>
          <a:lstStyle/>
          <a:p>
            <a:pPr algn="l">
              <a:lnSpc>
                <a:spcPts val="4351"/>
              </a:lnSpc>
            </a:pPr>
            <a:r>
              <a:rPr lang="en-US" sz="4074" dirty="0">
                <a:latin typeface="Times New Roman"/>
                <a:ea typeface="Times New Roman"/>
                <a:cs typeface="Times New Roman"/>
                <a:sym typeface="Times New Roman"/>
              </a:rPr>
              <a:t>Many products receive fake or</a:t>
            </a:r>
          </a:p>
        </p:txBody>
      </p:sp>
      <p:sp>
        <p:nvSpPr>
          <p:cNvPr id="19" name="TextBox 19"/>
          <p:cNvSpPr txBox="1"/>
          <p:nvPr/>
        </p:nvSpPr>
        <p:spPr>
          <a:xfrm>
            <a:off x="9752047" y="3086786"/>
            <a:ext cx="7649261" cy="5642570"/>
          </a:xfrm>
          <a:prstGeom prst="rect">
            <a:avLst/>
          </a:prstGeom>
        </p:spPr>
        <p:txBody>
          <a:bodyPr lIns="0" tIns="0" rIns="0" bIns="0" rtlCol="0" anchor="t">
            <a:spAutoFit/>
          </a:bodyPr>
          <a:lstStyle/>
          <a:p>
            <a:pPr algn="l">
              <a:lnSpc>
                <a:spcPts val="4351"/>
              </a:lnSpc>
            </a:pPr>
            <a:r>
              <a:rPr lang="en-US" sz="4074" dirty="0">
                <a:latin typeface="Times New Roman"/>
                <a:ea typeface="Times New Roman"/>
                <a:cs typeface="Times New Roman"/>
                <a:sym typeface="Times New Roman"/>
              </a:rPr>
              <a:t>biased</a:t>
            </a:r>
            <a:r>
              <a:rPr lang="en-US" sz="4074" dirty="0">
                <a:solidFill>
                  <a:srgbClr val="FFFFFF"/>
                </a:solidFill>
                <a:latin typeface="Times New Roman"/>
                <a:ea typeface="Times New Roman"/>
                <a:cs typeface="Times New Roman"/>
                <a:sym typeface="Times New Roman"/>
              </a:rPr>
              <a:t> </a:t>
            </a:r>
            <a:r>
              <a:rPr lang="en-US" sz="4074" dirty="0">
                <a:latin typeface="Times New Roman"/>
                <a:ea typeface="Times New Roman"/>
                <a:cs typeface="Times New Roman"/>
                <a:sym typeface="Times New Roman"/>
              </a:rPr>
              <a:t>reviews, affecting customer trust. Fake product reviews and non- genuine ratings, which are often manipulated by sellers to boost visibility and sales or to harm competitors. These deceptive practices not only mislead consumers but also undermine the trustworthiness and integrity of e-commerce platforms.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0999"/>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0" y="-342900"/>
            <a:ext cx="18288000" cy="10972800"/>
          </a:xfrm>
          <a:custGeom>
            <a:avLst/>
            <a:gdLst/>
            <a:ahLst/>
            <a:cxnLst/>
            <a:rect l="l" t="t" r="r" b="b"/>
            <a:pathLst>
              <a:path w="18288000" h="10972800">
                <a:moveTo>
                  <a:pt x="0" y="0"/>
                </a:moveTo>
                <a:lnTo>
                  <a:pt x="18288000" y="0"/>
                </a:lnTo>
                <a:lnTo>
                  <a:pt x="18288000" y="10972800"/>
                </a:lnTo>
                <a:lnTo>
                  <a:pt x="0" y="10972800"/>
                </a:lnTo>
                <a:lnTo>
                  <a:pt x="0" y="0"/>
                </a:lnTo>
                <a:close/>
              </a:path>
            </a:pathLst>
          </a:custGeom>
          <a:blipFill>
            <a:blip r:embed="rId4">
              <a:alphaModFix amt="10999"/>
            </a:blip>
            <a:stretch>
              <a:fillRect/>
            </a:stretch>
          </a:blipFill>
        </p:spPr>
      </p:sp>
      <p:sp>
        <p:nvSpPr>
          <p:cNvPr id="4" name="Freeform 4"/>
          <p:cNvSpPr/>
          <p:nvPr/>
        </p:nvSpPr>
        <p:spPr>
          <a:xfrm>
            <a:off x="1712566" y="965206"/>
            <a:ext cx="678409" cy="641347"/>
          </a:xfrm>
          <a:custGeom>
            <a:avLst/>
            <a:gdLst/>
            <a:ahLst/>
            <a:cxnLst/>
            <a:rect l="l" t="t" r="r" b="b"/>
            <a:pathLst>
              <a:path w="678409" h="641347">
                <a:moveTo>
                  <a:pt x="0" y="0"/>
                </a:moveTo>
                <a:lnTo>
                  <a:pt x="678409" y="0"/>
                </a:lnTo>
                <a:lnTo>
                  <a:pt x="678409" y="641347"/>
                </a:lnTo>
                <a:lnTo>
                  <a:pt x="0" y="641347"/>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5" name="Freeform 5"/>
          <p:cNvSpPr/>
          <p:nvPr/>
        </p:nvSpPr>
        <p:spPr>
          <a:xfrm>
            <a:off x="1790700" y="1028700"/>
            <a:ext cx="533400" cy="507997"/>
          </a:xfrm>
          <a:custGeom>
            <a:avLst/>
            <a:gdLst/>
            <a:ahLst/>
            <a:cxnLst/>
            <a:rect l="l" t="t" r="r" b="b"/>
            <a:pathLst>
              <a:path w="533400" h="507997">
                <a:moveTo>
                  <a:pt x="0" y="0"/>
                </a:moveTo>
                <a:lnTo>
                  <a:pt x="533400" y="0"/>
                </a:lnTo>
                <a:lnTo>
                  <a:pt x="533400" y="507997"/>
                </a:lnTo>
                <a:lnTo>
                  <a:pt x="0" y="507997"/>
                </a:lnTo>
                <a:lnTo>
                  <a:pt x="0" y="0"/>
                </a:lnTo>
                <a:close/>
              </a:path>
            </a:pathLst>
          </a:custGeom>
          <a:blipFill>
            <a:blip r:embed="rId7"/>
            <a:stretch>
              <a:fillRect/>
            </a:stretch>
          </a:blipFill>
        </p:spPr>
      </p:sp>
      <p:sp>
        <p:nvSpPr>
          <p:cNvPr id="6" name="Freeform 6"/>
          <p:cNvSpPr/>
          <p:nvPr/>
        </p:nvSpPr>
        <p:spPr>
          <a:xfrm>
            <a:off x="1712633" y="8951728"/>
            <a:ext cx="2860615" cy="611629"/>
          </a:xfrm>
          <a:custGeom>
            <a:avLst/>
            <a:gdLst/>
            <a:ahLst/>
            <a:cxnLst/>
            <a:rect l="l" t="t" r="r" b="b"/>
            <a:pathLst>
              <a:path w="2860615" h="611629">
                <a:moveTo>
                  <a:pt x="0" y="0"/>
                </a:moveTo>
                <a:lnTo>
                  <a:pt x="2860615" y="0"/>
                </a:lnTo>
                <a:lnTo>
                  <a:pt x="2860615" y="611629"/>
                </a:lnTo>
                <a:lnTo>
                  <a:pt x="0" y="611629"/>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12740897" y="8952938"/>
            <a:ext cx="4584697" cy="532733"/>
          </a:xfrm>
          <a:custGeom>
            <a:avLst/>
            <a:gdLst/>
            <a:ahLst/>
            <a:cxnLst/>
            <a:rect l="l" t="t" r="r" b="b"/>
            <a:pathLst>
              <a:path w="4584697" h="532733">
                <a:moveTo>
                  <a:pt x="0" y="0"/>
                </a:moveTo>
                <a:lnTo>
                  <a:pt x="4584697" y="0"/>
                </a:lnTo>
                <a:lnTo>
                  <a:pt x="4584697" y="532733"/>
                </a:lnTo>
                <a:lnTo>
                  <a:pt x="0" y="532733"/>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8" name="Freeform 8"/>
          <p:cNvSpPr/>
          <p:nvPr/>
        </p:nvSpPr>
        <p:spPr>
          <a:xfrm>
            <a:off x="15517368" y="1021185"/>
            <a:ext cx="1804025" cy="575453"/>
          </a:xfrm>
          <a:custGeom>
            <a:avLst/>
            <a:gdLst/>
            <a:ahLst/>
            <a:cxnLst/>
            <a:rect l="l" t="t" r="r" b="b"/>
            <a:pathLst>
              <a:path w="1804025" h="575453">
                <a:moveTo>
                  <a:pt x="0" y="0"/>
                </a:moveTo>
                <a:lnTo>
                  <a:pt x="1804025" y="0"/>
                </a:lnTo>
                <a:lnTo>
                  <a:pt x="1804025" y="575453"/>
                </a:lnTo>
                <a:lnTo>
                  <a:pt x="0" y="575453"/>
                </a:lnTo>
                <a:lnTo>
                  <a:pt x="0" y="0"/>
                </a:lnTo>
                <a:close/>
              </a:path>
            </a:pathLst>
          </a:custGeom>
          <a:blipFill>
            <a:blip r:embed="rId12">
              <a:extLst>
                <a:ext uri="{96DAC541-7B7A-43D3-8B79-37D633B846F1}">
                  <asvg:svgBlip xmlns:asvg="http://schemas.microsoft.com/office/drawing/2016/SVG/main" xmlns="" r:embed="rId13"/>
                </a:ext>
              </a:extLst>
            </a:blip>
            <a:stretch>
              <a:fillRect/>
            </a:stretch>
          </a:blipFill>
        </p:spPr>
      </p:sp>
      <p:grpSp>
        <p:nvGrpSpPr>
          <p:cNvPr id="9" name="Group 9"/>
          <p:cNvGrpSpPr>
            <a:grpSpLocks noChangeAspect="1"/>
          </p:cNvGrpSpPr>
          <p:nvPr/>
        </p:nvGrpSpPr>
        <p:grpSpPr>
          <a:xfrm>
            <a:off x="0" y="141780"/>
            <a:ext cx="18287552" cy="10003450"/>
            <a:chOff x="0" y="0"/>
            <a:chExt cx="24383403" cy="13337934"/>
          </a:xfrm>
        </p:grpSpPr>
        <p:sp>
          <p:nvSpPr>
            <p:cNvPr id="10" name="Freeform 10"/>
            <p:cNvSpPr/>
            <p:nvPr/>
          </p:nvSpPr>
          <p:spPr>
            <a:xfrm>
              <a:off x="0" y="0"/>
              <a:ext cx="24383364" cy="13337921"/>
            </a:xfrm>
            <a:custGeom>
              <a:avLst/>
              <a:gdLst/>
              <a:ahLst/>
              <a:cxnLst/>
              <a:rect l="l" t="t" r="r" b="b"/>
              <a:pathLst>
                <a:path w="24383364" h="13337921">
                  <a:moveTo>
                    <a:pt x="292100" y="0"/>
                  </a:moveTo>
                  <a:cubicBezTo>
                    <a:pt x="130810" y="0"/>
                    <a:pt x="0" y="130810"/>
                    <a:pt x="0" y="292100"/>
                  </a:cubicBezTo>
                  <a:lnTo>
                    <a:pt x="0" y="13045821"/>
                  </a:lnTo>
                  <a:cubicBezTo>
                    <a:pt x="0" y="13207110"/>
                    <a:pt x="130810" y="13337921"/>
                    <a:pt x="292100" y="13337921"/>
                  </a:cubicBezTo>
                  <a:lnTo>
                    <a:pt x="24091900" y="13337921"/>
                  </a:lnTo>
                  <a:cubicBezTo>
                    <a:pt x="24246839" y="13337921"/>
                    <a:pt x="24373712" y="13217271"/>
                    <a:pt x="24383364" y="13064744"/>
                  </a:cubicBezTo>
                  <a:lnTo>
                    <a:pt x="24383364" y="13064744"/>
                  </a:lnTo>
                  <a:lnTo>
                    <a:pt x="24383364" y="273177"/>
                  </a:lnTo>
                  <a:lnTo>
                    <a:pt x="24383364" y="273177"/>
                  </a:lnTo>
                  <a:cubicBezTo>
                    <a:pt x="24373712" y="120650"/>
                    <a:pt x="24246839" y="0"/>
                    <a:pt x="24091900" y="0"/>
                  </a:cubicBezTo>
                  <a:close/>
                </a:path>
              </a:pathLst>
            </a:custGeom>
            <a:blipFill>
              <a:blip r:embed="rId14"/>
              <a:stretch>
                <a:fillRect t="-1417" b="-1317"/>
              </a:stretch>
            </a:blipFill>
          </p:spPr>
        </p:sp>
      </p:grpSp>
      <p:sp>
        <p:nvSpPr>
          <p:cNvPr id="11" name="Freeform 11"/>
          <p:cNvSpPr/>
          <p:nvPr/>
        </p:nvSpPr>
        <p:spPr>
          <a:xfrm>
            <a:off x="105" y="141780"/>
            <a:ext cx="18287790" cy="10003336"/>
          </a:xfrm>
          <a:custGeom>
            <a:avLst/>
            <a:gdLst/>
            <a:ahLst/>
            <a:cxnLst/>
            <a:rect l="l" t="t" r="r" b="b"/>
            <a:pathLst>
              <a:path w="18287790" h="10003336">
                <a:moveTo>
                  <a:pt x="0" y="0"/>
                </a:moveTo>
                <a:lnTo>
                  <a:pt x="18287790" y="0"/>
                </a:lnTo>
                <a:lnTo>
                  <a:pt x="18287790" y="10003336"/>
                </a:lnTo>
                <a:lnTo>
                  <a:pt x="0" y="10003336"/>
                </a:lnTo>
                <a:lnTo>
                  <a:pt x="0" y="0"/>
                </a:lnTo>
                <a:close/>
              </a:path>
            </a:pathLst>
          </a:custGeom>
          <a:blipFill>
            <a:blip r:embed="rId15">
              <a:extLst>
                <a:ext uri="{96DAC541-7B7A-43D3-8B79-37D633B846F1}">
                  <asvg:svgBlip xmlns:asvg="http://schemas.microsoft.com/office/drawing/2016/SVG/main" xmlns="" r:embed="rId16"/>
                </a:ext>
              </a:extLst>
            </a:blip>
            <a:stretch>
              <a:fillRect/>
            </a:stretch>
          </a:blipFill>
        </p:spPr>
      </p:sp>
      <p:sp>
        <p:nvSpPr>
          <p:cNvPr id="12" name="Freeform 12"/>
          <p:cNvSpPr/>
          <p:nvPr/>
        </p:nvSpPr>
        <p:spPr>
          <a:xfrm>
            <a:off x="1234440" y="515112"/>
            <a:ext cx="8561832" cy="883920"/>
          </a:xfrm>
          <a:custGeom>
            <a:avLst/>
            <a:gdLst/>
            <a:ahLst/>
            <a:cxnLst/>
            <a:rect l="l" t="t" r="r" b="b"/>
            <a:pathLst>
              <a:path w="8561832" h="883920">
                <a:moveTo>
                  <a:pt x="0" y="0"/>
                </a:moveTo>
                <a:lnTo>
                  <a:pt x="8561832" y="0"/>
                </a:lnTo>
                <a:lnTo>
                  <a:pt x="8561832" y="883920"/>
                </a:lnTo>
                <a:lnTo>
                  <a:pt x="0" y="883920"/>
                </a:lnTo>
                <a:lnTo>
                  <a:pt x="0" y="0"/>
                </a:lnTo>
                <a:close/>
              </a:path>
            </a:pathLst>
          </a:custGeom>
          <a:blipFill>
            <a:blip r:embed="rId17"/>
            <a:stretch>
              <a:fillRect/>
            </a:stretch>
          </a:blipFill>
        </p:spPr>
      </p:sp>
      <p:grpSp>
        <p:nvGrpSpPr>
          <p:cNvPr id="13" name="Group 13"/>
          <p:cNvGrpSpPr>
            <a:grpSpLocks noChangeAspect="1"/>
          </p:cNvGrpSpPr>
          <p:nvPr/>
        </p:nvGrpSpPr>
        <p:grpSpPr>
          <a:xfrm>
            <a:off x="1122302" y="2161203"/>
            <a:ext cx="114300" cy="114300"/>
            <a:chOff x="0" y="0"/>
            <a:chExt cx="114300" cy="114300"/>
          </a:xfrm>
        </p:grpSpPr>
        <p:sp>
          <p:nvSpPr>
            <p:cNvPr id="14" name="Freeform 14"/>
            <p:cNvSpPr/>
            <p:nvPr/>
          </p:nvSpPr>
          <p:spPr>
            <a:xfrm>
              <a:off x="0" y="0"/>
              <a:ext cx="114300" cy="114300"/>
            </a:xfrm>
            <a:custGeom>
              <a:avLst/>
              <a:gdLst/>
              <a:ahLst/>
              <a:cxnLst/>
              <a:rect l="l" t="t" r="r" b="b"/>
              <a:pathLst>
                <a:path w="114300" h="114300">
                  <a:moveTo>
                    <a:pt x="114300" y="57150"/>
                  </a:moveTo>
                  <a:cubicBezTo>
                    <a:pt x="114300" y="60960"/>
                    <a:pt x="113919" y="64643"/>
                    <a:pt x="113157" y="68326"/>
                  </a:cubicBezTo>
                  <a:cubicBezTo>
                    <a:pt x="112395" y="72009"/>
                    <a:pt x="111379" y="75565"/>
                    <a:pt x="109855" y="78994"/>
                  </a:cubicBezTo>
                  <a:cubicBezTo>
                    <a:pt x="108331" y="82423"/>
                    <a:pt x="106680" y="85725"/>
                    <a:pt x="104521" y="88900"/>
                  </a:cubicBezTo>
                  <a:cubicBezTo>
                    <a:pt x="102362" y="92075"/>
                    <a:pt x="100076" y="94869"/>
                    <a:pt x="97409" y="97536"/>
                  </a:cubicBezTo>
                  <a:cubicBezTo>
                    <a:pt x="94742" y="100203"/>
                    <a:pt x="91821" y="102616"/>
                    <a:pt x="88773" y="104648"/>
                  </a:cubicBezTo>
                  <a:cubicBezTo>
                    <a:pt x="85725" y="106680"/>
                    <a:pt x="82296" y="108458"/>
                    <a:pt x="78867" y="109982"/>
                  </a:cubicBezTo>
                  <a:cubicBezTo>
                    <a:pt x="75438" y="111506"/>
                    <a:pt x="71882" y="112522"/>
                    <a:pt x="68199" y="113284"/>
                  </a:cubicBezTo>
                  <a:cubicBezTo>
                    <a:pt x="64516" y="114046"/>
                    <a:pt x="60960" y="114300"/>
                    <a:pt x="57150" y="114300"/>
                  </a:cubicBezTo>
                  <a:cubicBezTo>
                    <a:pt x="53340" y="114300"/>
                    <a:pt x="49657" y="113919"/>
                    <a:pt x="45974" y="113157"/>
                  </a:cubicBezTo>
                  <a:cubicBezTo>
                    <a:pt x="42291" y="112395"/>
                    <a:pt x="38735" y="111379"/>
                    <a:pt x="35306" y="109855"/>
                  </a:cubicBezTo>
                  <a:cubicBezTo>
                    <a:pt x="31877" y="108331"/>
                    <a:pt x="28575" y="106680"/>
                    <a:pt x="25400" y="104521"/>
                  </a:cubicBezTo>
                  <a:cubicBezTo>
                    <a:pt x="22225" y="102362"/>
                    <a:pt x="19431" y="100076"/>
                    <a:pt x="16764" y="97409"/>
                  </a:cubicBezTo>
                  <a:cubicBezTo>
                    <a:pt x="14097" y="94742"/>
                    <a:pt x="11684" y="92075"/>
                    <a:pt x="9652" y="88900"/>
                  </a:cubicBezTo>
                  <a:cubicBezTo>
                    <a:pt x="7620" y="85725"/>
                    <a:pt x="5842" y="82550"/>
                    <a:pt x="4318" y="78994"/>
                  </a:cubicBezTo>
                  <a:cubicBezTo>
                    <a:pt x="2794" y="75438"/>
                    <a:pt x="1778" y="72009"/>
                    <a:pt x="1143" y="68326"/>
                  </a:cubicBezTo>
                  <a:cubicBezTo>
                    <a:pt x="508" y="64643"/>
                    <a:pt x="0" y="60960"/>
                    <a:pt x="0" y="57150"/>
                  </a:cubicBezTo>
                  <a:cubicBezTo>
                    <a:pt x="0" y="53340"/>
                    <a:pt x="381" y="49657"/>
                    <a:pt x="1143" y="45974"/>
                  </a:cubicBezTo>
                  <a:cubicBezTo>
                    <a:pt x="1905" y="42291"/>
                    <a:pt x="2921" y="38735"/>
                    <a:pt x="4445" y="35306"/>
                  </a:cubicBezTo>
                  <a:cubicBezTo>
                    <a:pt x="5969" y="31877"/>
                    <a:pt x="7493" y="28575"/>
                    <a:pt x="9652" y="25400"/>
                  </a:cubicBezTo>
                  <a:cubicBezTo>
                    <a:pt x="11811" y="22225"/>
                    <a:pt x="14097" y="19431"/>
                    <a:pt x="16764" y="16764"/>
                  </a:cubicBezTo>
                  <a:cubicBezTo>
                    <a:pt x="19431" y="14097"/>
                    <a:pt x="22352" y="11684"/>
                    <a:pt x="25400" y="9652"/>
                  </a:cubicBezTo>
                  <a:cubicBezTo>
                    <a:pt x="28448" y="7620"/>
                    <a:pt x="31877" y="5842"/>
                    <a:pt x="35306" y="4318"/>
                  </a:cubicBezTo>
                  <a:cubicBezTo>
                    <a:pt x="38735" y="2794"/>
                    <a:pt x="42291" y="1778"/>
                    <a:pt x="45974" y="1016"/>
                  </a:cubicBezTo>
                  <a:cubicBezTo>
                    <a:pt x="49657" y="254"/>
                    <a:pt x="53340" y="0"/>
                    <a:pt x="57150" y="0"/>
                  </a:cubicBezTo>
                  <a:cubicBezTo>
                    <a:pt x="60960" y="0"/>
                    <a:pt x="64643" y="381"/>
                    <a:pt x="68326" y="1143"/>
                  </a:cubicBezTo>
                  <a:cubicBezTo>
                    <a:pt x="72009" y="1905"/>
                    <a:pt x="75565" y="2921"/>
                    <a:pt x="78994" y="4445"/>
                  </a:cubicBezTo>
                  <a:cubicBezTo>
                    <a:pt x="82423" y="5969"/>
                    <a:pt x="85725" y="7620"/>
                    <a:pt x="88900" y="9779"/>
                  </a:cubicBezTo>
                  <a:cubicBezTo>
                    <a:pt x="92075" y="11938"/>
                    <a:pt x="94869" y="14224"/>
                    <a:pt x="97536" y="16891"/>
                  </a:cubicBezTo>
                  <a:cubicBezTo>
                    <a:pt x="100203" y="19558"/>
                    <a:pt x="102616" y="22479"/>
                    <a:pt x="104648" y="25527"/>
                  </a:cubicBezTo>
                  <a:cubicBezTo>
                    <a:pt x="106680" y="28575"/>
                    <a:pt x="108458" y="32004"/>
                    <a:pt x="109982" y="35433"/>
                  </a:cubicBezTo>
                  <a:cubicBezTo>
                    <a:pt x="111506" y="38862"/>
                    <a:pt x="112522" y="42418"/>
                    <a:pt x="113284" y="46101"/>
                  </a:cubicBezTo>
                  <a:cubicBezTo>
                    <a:pt x="114046" y="49784"/>
                    <a:pt x="114300" y="53340"/>
                    <a:pt x="114300" y="57150"/>
                  </a:cubicBezTo>
                  <a:close/>
                </a:path>
              </a:pathLst>
            </a:custGeom>
            <a:solidFill>
              <a:srgbClr val="FFFFFF"/>
            </a:solidFill>
          </p:spPr>
        </p:sp>
      </p:grpSp>
      <p:grpSp>
        <p:nvGrpSpPr>
          <p:cNvPr id="15" name="Group 15"/>
          <p:cNvGrpSpPr>
            <a:grpSpLocks noChangeAspect="1"/>
          </p:cNvGrpSpPr>
          <p:nvPr/>
        </p:nvGrpSpPr>
        <p:grpSpPr>
          <a:xfrm>
            <a:off x="1122302" y="2685078"/>
            <a:ext cx="114300" cy="114300"/>
            <a:chOff x="0" y="0"/>
            <a:chExt cx="114300" cy="114300"/>
          </a:xfrm>
        </p:grpSpPr>
        <p:sp>
          <p:nvSpPr>
            <p:cNvPr id="16" name="Freeform 16"/>
            <p:cNvSpPr/>
            <p:nvPr/>
          </p:nvSpPr>
          <p:spPr>
            <a:xfrm>
              <a:off x="0" y="0"/>
              <a:ext cx="114300" cy="114300"/>
            </a:xfrm>
            <a:custGeom>
              <a:avLst/>
              <a:gdLst/>
              <a:ahLst/>
              <a:cxnLst/>
              <a:rect l="l" t="t" r="r" b="b"/>
              <a:pathLst>
                <a:path w="114300" h="114300">
                  <a:moveTo>
                    <a:pt x="114300" y="57150"/>
                  </a:moveTo>
                  <a:cubicBezTo>
                    <a:pt x="114300" y="60960"/>
                    <a:pt x="113919" y="64643"/>
                    <a:pt x="113157" y="68326"/>
                  </a:cubicBezTo>
                  <a:cubicBezTo>
                    <a:pt x="112395" y="72009"/>
                    <a:pt x="111379" y="75565"/>
                    <a:pt x="109855" y="78994"/>
                  </a:cubicBezTo>
                  <a:cubicBezTo>
                    <a:pt x="108331" y="82423"/>
                    <a:pt x="106680" y="85725"/>
                    <a:pt x="104521" y="88900"/>
                  </a:cubicBezTo>
                  <a:cubicBezTo>
                    <a:pt x="102362" y="92075"/>
                    <a:pt x="100076" y="94869"/>
                    <a:pt x="97409" y="97536"/>
                  </a:cubicBezTo>
                  <a:cubicBezTo>
                    <a:pt x="94742" y="100203"/>
                    <a:pt x="91821" y="102616"/>
                    <a:pt x="88773" y="104648"/>
                  </a:cubicBezTo>
                  <a:cubicBezTo>
                    <a:pt x="85725" y="106680"/>
                    <a:pt x="82296" y="108458"/>
                    <a:pt x="78867" y="109982"/>
                  </a:cubicBezTo>
                  <a:cubicBezTo>
                    <a:pt x="75438" y="111506"/>
                    <a:pt x="71882" y="112522"/>
                    <a:pt x="68199" y="113284"/>
                  </a:cubicBezTo>
                  <a:cubicBezTo>
                    <a:pt x="64516" y="114046"/>
                    <a:pt x="60960" y="114300"/>
                    <a:pt x="57150" y="114300"/>
                  </a:cubicBezTo>
                  <a:cubicBezTo>
                    <a:pt x="53340" y="114300"/>
                    <a:pt x="49657" y="113919"/>
                    <a:pt x="45974" y="113157"/>
                  </a:cubicBezTo>
                  <a:cubicBezTo>
                    <a:pt x="42291" y="112395"/>
                    <a:pt x="38735" y="111379"/>
                    <a:pt x="35306" y="109855"/>
                  </a:cubicBezTo>
                  <a:cubicBezTo>
                    <a:pt x="31877" y="108331"/>
                    <a:pt x="28575" y="106680"/>
                    <a:pt x="25400" y="104521"/>
                  </a:cubicBezTo>
                  <a:cubicBezTo>
                    <a:pt x="22225" y="102362"/>
                    <a:pt x="19431" y="100076"/>
                    <a:pt x="16764" y="97409"/>
                  </a:cubicBezTo>
                  <a:cubicBezTo>
                    <a:pt x="14097" y="94742"/>
                    <a:pt x="11684" y="92075"/>
                    <a:pt x="9652" y="88900"/>
                  </a:cubicBezTo>
                  <a:cubicBezTo>
                    <a:pt x="7620" y="85725"/>
                    <a:pt x="5842" y="82550"/>
                    <a:pt x="4318" y="78994"/>
                  </a:cubicBezTo>
                  <a:cubicBezTo>
                    <a:pt x="2794" y="75438"/>
                    <a:pt x="1778" y="72009"/>
                    <a:pt x="1143" y="68326"/>
                  </a:cubicBezTo>
                  <a:cubicBezTo>
                    <a:pt x="508" y="64643"/>
                    <a:pt x="0" y="60960"/>
                    <a:pt x="0" y="57150"/>
                  </a:cubicBezTo>
                  <a:cubicBezTo>
                    <a:pt x="0" y="53340"/>
                    <a:pt x="381" y="49657"/>
                    <a:pt x="1143" y="45974"/>
                  </a:cubicBezTo>
                  <a:cubicBezTo>
                    <a:pt x="1905" y="42291"/>
                    <a:pt x="2921" y="38735"/>
                    <a:pt x="4445" y="35306"/>
                  </a:cubicBezTo>
                  <a:cubicBezTo>
                    <a:pt x="5969" y="31877"/>
                    <a:pt x="7493" y="28575"/>
                    <a:pt x="9652" y="25400"/>
                  </a:cubicBezTo>
                  <a:cubicBezTo>
                    <a:pt x="11811" y="22225"/>
                    <a:pt x="14097" y="19431"/>
                    <a:pt x="16764" y="16764"/>
                  </a:cubicBezTo>
                  <a:cubicBezTo>
                    <a:pt x="19431" y="14097"/>
                    <a:pt x="22352" y="11684"/>
                    <a:pt x="25400" y="9652"/>
                  </a:cubicBezTo>
                  <a:cubicBezTo>
                    <a:pt x="28448" y="7620"/>
                    <a:pt x="31877" y="5842"/>
                    <a:pt x="35306" y="4318"/>
                  </a:cubicBezTo>
                  <a:cubicBezTo>
                    <a:pt x="38735" y="2794"/>
                    <a:pt x="42291" y="1778"/>
                    <a:pt x="45974" y="1016"/>
                  </a:cubicBezTo>
                  <a:cubicBezTo>
                    <a:pt x="49657" y="254"/>
                    <a:pt x="53340" y="0"/>
                    <a:pt x="57150" y="0"/>
                  </a:cubicBezTo>
                  <a:cubicBezTo>
                    <a:pt x="60960" y="0"/>
                    <a:pt x="64643" y="381"/>
                    <a:pt x="68326" y="1143"/>
                  </a:cubicBezTo>
                  <a:cubicBezTo>
                    <a:pt x="72009" y="1905"/>
                    <a:pt x="75565" y="2921"/>
                    <a:pt x="78994" y="4445"/>
                  </a:cubicBezTo>
                  <a:cubicBezTo>
                    <a:pt x="82423" y="5969"/>
                    <a:pt x="85725" y="7620"/>
                    <a:pt x="88900" y="9779"/>
                  </a:cubicBezTo>
                  <a:cubicBezTo>
                    <a:pt x="92075" y="11938"/>
                    <a:pt x="94869" y="14224"/>
                    <a:pt x="97536" y="16891"/>
                  </a:cubicBezTo>
                  <a:cubicBezTo>
                    <a:pt x="100203" y="19558"/>
                    <a:pt x="102616" y="22479"/>
                    <a:pt x="104648" y="25527"/>
                  </a:cubicBezTo>
                  <a:cubicBezTo>
                    <a:pt x="106680" y="28575"/>
                    <a:pt x="108458" y="32004"/>
                    <a:pt x="109982" y="35433"/>
                  </a:cubicBezTo>
                  <a:cubicBezTo>
                    <a:pt x="111506" y="38862"/>
                    <a:pt x="112522" y="42418"/>
                    <a:pt x="113284" y="46101"/>
                  </a:cubicBezTo>
                  <a:cubicBezTo>
                    <a:pt x="114046" y="49784"/>
                    <a:pt x="114300" y="53340"/>
                    <a:pt x="114300" y="57150"/>
                  </a:cubicBezTo>
                  <a:close/>
                </a:path>
              </a:pathLst>
            </a:custGeom>
            <a:solidFill>
              <a:srgbClr val="FFFFFF"/>
            </a:solidFill>
          </p:spPr>
        </p:sp>
      </p:grpSp>
      <p:grpSp>
        <p:nvGrpSpPr>
          <p:cNvPr id="17" name="Group 17"/>
          <p:cNvGrpSpPr>
            <a:grpSpLocks noChangeAspect="1"/>
          </p:cNvGrpSpPr>
          <p:nvPr/>
        </p:nvGrpSpPr>
        <p:grpSpPr>
          <a:xfrm>
            <a:off x="1122302" y="3208953"/>
            <a:ext cx="114300" cy="114300"/>
            <a:chOff x="0" y="0"/>
            <a:chExt cx="114300" cy="114300"/>
          </a:xfrm>
        </p:grpSpPr>
        <p:sp>
          <p:nvSpPr>
            <p:cNvPr id="18" name="Freeform 18"/>
            <p:cNvSpPr/>
            <p:nvPr/>
          </p:nvSpPr>
          <p:spPr>
            <a:xfrm>
              <a:off x="0" y="0"/>
              <a:ext cx="114300" cy="114300"/>
            </a:xfrm>
            <a:custGeom>
              <a:avLst/>
              <a:gdLst/>
              <a:ahLst/>
              <a:cxnLst/>
              <a:rect l="l" t="t" r="r" b="b"/>
              <a:pathLst>
                <a:path w="114300" h="114300">
                  <a:moveTo>
                    <a:pt x="114300" y="57150"/>
                  </a:moveTo>
                  <a:cubicBezTo>
                    <a:pt x="114300" y="60960"/>
                    <a:pt x="113919" y="64643"/>
                    <a:pt x="113157" y="68326"/>
                  </a:cubicBezTo>
                  <a:cubicBezTo>
                    <a:pt x="112395" y="72009"/>
                    <a:pt x="111379" y="75565"/>
                    <a:pt x="109855" y="78994"/>
                  </a:cubicBezTo>
                  <a:cubicBezTo>
                    <a:pt x="108331" y="82423"/>
                    <a:pt x="106680" y="85725"/>
                    <a:pt x="104521" y="88900"/>
                  </a:cubicBezTo>
                  <a:cubicBezTo>
                    <a:pt x="102362" y="92075"/>
                    <a:pt x="100076" y="94869"/>
                    <a:pt x="97409" y="97536"/>
                  </a:cubicBezTo>
                  <a:cubicBezTo>
                    <a:pt x="94742" y="100203"/>
                    <a:pt x="91821" y="102616"/>
                    <a:pt x="88773" y="104648"/>
                  </a:cubicBezTo>
                  <a:cubicBezTo>
                    <a:pt x="85725" y="106680"/>
                    <a:pt x="82296" y="108458"/>
                    <a:pt x="78867" y="109982"/>
                  </a:cubicBezTo>
                  <a:cubicBezTo>
                    <a:pt x="75438" y="111506"/>
                    <a:pt x="71882" y="112522"/>
                    <a:pt x="68199" y="113284"/>
                  </a:cubicBezTo>
                  <a:cubicBezTo>
                    <a:pt x="64516" y="114046"/>
                    <a:pt x="60960" y="114300"/>
                    <a:pt x="57150" y="114300"/>
                  </a:cubicBezTo>
                  <a:cubicBezTo>
                    <a:pt x="53340" y="114300"/>
                    <a:pt x="49657" y="113919"/>
                    <a:pt x="45974" y="113157"/>
                  </a:cubicBezTo>
                  <a:cubicBezTo>
                    <a:pt x="42291" y="112395"/>
                    <a:pt x="38735" y="111379"/>
                    <a:pt x="35306" y="109855"/>
                  </a:cubicBezTo>
                  <a:cubicBezTo>
                    <a:pt x="31877" y="108331"/>
                    <a:pt x="28575" y="106680"/>
                    <a:pt x="25400" y="104521"/>
                  </a:cubicBezTo>
                  <a:cubicBezTo>
                    <a:pt x="22225" y="102362"/>
                    <a:pt x="19431" y="100076"/>
                    <a:pt x="16764" y="97409"/>
                  </a:cubicBezTo>
                  <a:cubicBezTo>
                    <a:pt x="14097" y="94742"/>
                    <a:pt x="11684" y="92075"/>
                    <a:pt x="9652" y="88900"/>
                  </a:cubicBezTo>
                  <a:cubicBezTo>
                    <a:pt x="7620" y="85725"/>
                    <a:pt x="5842" y="82550"/>
                    <a:pt x="4318" y="78994"/>
                  </a:cubicBezTo>
                  <a:cubicBezTo>
                    <a:pt x="2794" y="75438"/>
                    <a:pt x="1778" y="72009"/>
                    <a:pt x="1143" y="68326"/>
                  </a:cubicBezTo>
                  <a:cubicBezTo>
                    <a:pt x="508" y="64643"/>
                    <a:pt x="0" y="60960"/>
                    <a:pt x="0" y="57150"/>
                  </a:cubicBezTo>
                  <a:cubicBezTo>
                    <a:pt x="0" y="53340"/>
                    <a:pt x="381" y="49657"/>
                    <a:pt x="1143" y="45974"/>
                  </a:cubicBezTo>
                  <a:cubicBezTo>
                    <a:pt x="1905" y="42291"/>
                    <a:pt x="2921" y="38735"/>
                    <a:pt x="4445" y="35306"/>
                  </a:cubicBezTo>
                  <a:cubicBezTo>
                    <a:pt x="5969" y="31877"/>
                    <a:pt x="7493" y="28575"/>
                    <a:pt x="9652" y="25400"/>
                  </a:cubicBezTo>
                  <a:cubicBezTo>
                    <a:pt x="11811" y="22225"/>
                    <a:pt x="14097" y="19431"/>
                    <a:pt x="16764" y="16764"/>
                  </a:cubicBezTo>
                  <a:cubicBezTo>
                    <a:pt x="19431" y="14097"/>
                    <a:pt x="22352" y="11684"/>
                    <a:pt x="25400" y="9652"/>
                  </a:cubicBezTo>
                  <a:cubicBezTo>
                    <a:pt x="28448" y="7620"/>
                    <a:pt x="31877" y="5842"/>
                    <a:pt x="35306" y="4318"/>
                  </a:cubicBezTo>
                  <a:cubicBezTo>
                    <a:pt x="38735" y="2794"/>
                    <a:pt x="42291" y="1778"/>
                    <a:pt x="45974" y="1016"/>
                  </a:cubicBezTo>
                  <a:cubicBezTo>
                    <a:pt x="49657" y="254"/>
                    <a:pt x="53340" y="0"/>
                    <a:pt x="57150" y="0"/>
                  </a:cubicBezTo>
                  <a:cubicBezTo>
                    <a:pt x="60960" y="0"/>
                    <a:pt x="64643" y="381"/>
                    <a:pt x="68326" y="1143"/>
                  </a:cubicBezTo>
                  <a:cubicBezTo>
                    <a:pt x="72009" y="1905"/>
                    <a:pt x="75565" y="2921"/>
                    <a:pt x="78994" y="4445"/>
                  </a:cubicBezTo>
                  <a:cubicBezTo>
                    <a:pt x="82423" y="5969"/>
                    <a:pt x="85725" y="7620"/>
                    <a:pt x="88900" y="9779"/>
                  </a:cubicBezTo>
                  <a:cubicBezTo>
                    <a:pt x="92075" y="11938"/>
                    <a:pt x="94869" y="14224"/>
                    <a:pt x="97536" y="16891"/>
                  </a:cubicBezTo>
                  <a:cubicBezTo>
                    <a:pt x="100203" y="19558"/>
                    <a:pt x="102616" y="22479"/>
                    <a:pt x="104648" y="25527"/>
                  </a:cubicBezTo>
                  <a:cubicBezTo>
                    <a:pt x="106680" y="28575"/>
                    <a:pt x="108458" y="32004"/>
                    <a:pt x="109982" y="35433"/>
                  </a:cubicBezTo>
                  <a:cubicBezTo>
                    <a:pt x="111506" y="38862"/>
                    <a:pt x="112522" y="42418"/>
                    <a:pt x="113284" y="46101"/>
                  </a:cubicBezTo>
                  <a:cubicBezTo>
                    <a:pt x="114046" y="49784"/>
                    <a:pt x="114300" y="53340"/>
                    <a:pt x="114300" y="57150"/>
                  </a:cubicBezTo>
                  <a:close/>
                </a:path>
              </a:pathLst>
            </a:custGeom>
            <a:solidFill>
              <a:srgbClr val="FFFFFF"/>
            </a:solidFill>
          </p:spPr>
        </p:sp>
      </p:grpSp>
      <p:grpSp>
        <p:nvGrpSpPr>
          <p:cNvPr id="19" name="Group 19"/>
          <p:cNvGrpSpPr>
            <a:grpSpLocks noChangeAspect="1"/>
          </p:cNvGrpSpPr>
          <p:nvPr/>
        </p:nvGrpSpPr>
        <p:grpSpPr>
          <a:xfrm>
            <a:off x="1533525" y="6122670"/>
            <a:ext cx="104775" cy="104775"/>
            <a:chOff x="0" y="0"/>
            <a:chExt cx="104775" cy="104775"/>
          </a:xfrm>
        </p:grpSpPr>
        <p:sp>
          <p:nvSpPr>
            <p:cNvPr id="20" name="Freeform 20"/>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21" name="Group 21"/>
          <p:cNvGrpSpPr>
            <a:grpSpLocks noChangeAspect="1"/>
          </p:cNvGrpSpPr>
          <p:nvPr/>
        </p:nvGrpSpPr>
        <p:grpSpPr>
          <a:xfrm>
            <a:off x="1533525" y="6760845"/>
            <a:ext cx="104775" cy="104775"/>
            <a:chOff x="0" y="0"/>
            <a:chExt cx="104775" cy="104775"/>
          </a:xfrm>
        </p:grpSpPr>
        <p:sp>
          <p:nvSpPr>
            <p:cNvPr id="22" name="Freeform 22"/>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23" name="Group 23"/>
          <p:cNvGrpSpPr>
            <a:grpSpLocks noChangeAspect="1"/>
          </p:cNvGrpSpPr>
          <p:nvPr/>
        </p:nvGrpSpPr>
        <p:grpSpPr>
          <a:xfrm>
            <a:off x="1533525" y="7399020"/>
            <a:ext cx="104775" cy="104775"/>
            <a:chOff x="0" y="0"/>
            <a:chExt cx="104775" cy="104775"/>
          </a:xfrm>
        </p:grpSpPr>
        <p:sp>
          <p:nvSpPr>
            <p:cNvPr id="24" name="Freeform 24"/>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25" name="Group 25"/>
          <p:cNvGrpSpPr>
            <a:grpSpLocks noChangeAspect="1"/>
          </p:cNvGrpSpPr>
          <p:nvPr/>
        </p:nvGrpSpPr>
        <p:grpSpPr>
          <a:xfrm>
            <a:off x="1533525" y="8037195"/>
            <a:ext cx="104775" cy="104775"/>
            <a:chOff x="0" y="0"/>
            <a:chExt cx="104775" cy="104775"/>
          </a:xfrm>
        </p:grpSpPr>
        <p:sp>
          <p:nvSpPr>
            <p:cNvPr id="26" name="Freeform 26"/>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27" name="Group 27"/>
          <p:cNvGrpSpPr>
            <a:grpSpLocks noChangeAspect="1"/>
          </p:cNvGrpSpPr>
          <p:nvPr/>
        </p:nvGrpSpPr>
        <p:grpSpPr>
          <a:xfrm>
            <a:off x="1533525" y="8675370"/>
            <a:ext cx="104775" cy="104775"/>
            <a:chOff x="0" y="0"/>
            <a:chExt cx="104775" cy="104775"/>
          </a:xfrm>
        </p:grpSpPr>
        <p:sp>
          <p:nvSpPr>
            <p:cNvPr id="28" name="Freeform 28"/>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29" name="Group 29"/>
          <p:cNvGrpSpPr>
            <a:grpSpLocks noChangeAspect="1"/>
          </p:cNvGrpSpPr>
          <p:nvPr/>
        </p:nvGrpSpPr>
        <p:grpSpPr>
          <a:xfrm>
            <a:off x="1533525" y="9313545"/>
            <a:ext cx="104775" cy="104775"/>
            <a:chOff x="0" y="0"/>
            <a:chExt cx="104775" cy="104775"/>
          </a:xfrm>
        </p:grpSpPr>
        <p:sp>
          <p:nvSpPr>
            <p:cNvPr id="30" name="Freeform 30"/>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sp>
        <p:nvSpPr>
          <p:cNvPr id="31" name="TextBox 31"/>
          <p:cNvSpPr txBox="1"/>
          <p:nvPr/>
        </p:nvSpPr>
        <p:spPr>
          <a:xfrm>
            <a:off x="13595785" y="9007507"/>
            <a:ext cx="2929376" cy="358016"/>
          </a:xfrm>
          <a:prstGeom prst="rect">
            <a:avLst/>
          </a:prstGeom>
        </p:spPr>
        <p:txBody>
          <a:bodyPr lIns="0" tIns="0" rIns="0" bIns="0" rtlCol="0" anchor="t">
            <a:spAutoFit/>
          </a:bodyPr>
          <a:lstStyle/>
          <a:p>
            <a:pPr algn="l">
              <a:lnSpc>
                <a:spcPts val="2905"/>
              </a:lnSpc>
            </a:pPr>
            <a:r>
              <a:rPr lang="en-US" sz="2075">
                <a:solidFill>
                  <a:srgbClr val="00FFFF"/>
                </a:solidFill>
                <a:latin typeface="Gruppo"/>
                <a:ea typeface="Gruppo"/>
                <a:cs typeface="Gruppo"/>
                <a:sym typeface="Gruppo"/>
              </a:rPr>
              <a:t>www.reallygreatsite.com</a:t>
            </a:r>
          </a:p>
        </p:txBody>
      </p:sp>
      <p:sp>
        <p:nvSpPr>
          <p:cNvPr id="32" name="TextBox 32"/>
          <p:cNvSpPr txBox="1"/>
          <p:nvPr/>
        </p:nvSpPr>
        <p:spPr>
          <a:xfrm>
            <a:off x="1416539" y="1951320"/>
            <a:ext cx="11789969" cy="2176034"/>
          </a:xfrm>
          <a:prstGeom prst="rect">
            <a:avLst/>
          </a:prstGeom>
        </p:spPr>
        <p:txBody>
          <a:bodyPr lIns="0" tIns="0" rIns="0" bIns="0" rtlCol="0" anchor="t">
            <a:spAutoFit/>
          </a:bodyPr>
          <a:lstStyle/>
          <a:p>
            <a:pPr algn="l">
              <a:lnSpc>
                <a:spcPts val="4125"/>
              </a:lnSpc>
            </a:pPr>
            <a:r>
              <a:rPr lang="en-US" sz="3877">
                <a:solidFill>
                  <a:srgbClr val="FFFFFF"/>
                </a:solidFill>
                <a:latin typeface="Times New Roman"/>
                <a:ea typeface="Times New Roman"/>
                <a:cs typeface="Times New Roman"/>
                <a:sym typeface="Times New Roman"/>
              </a:rPr>
              <a:t>Customers are misled by fake reviews. Companies may manipulate ratings for better visibility. Need for a system to monitor, detect, and remove such reviews automatically.</a:t>
            </a:r>
          </a:p>
        </p:txBody>
      </p:sp>
      <p:sp>
        <p:nvSpPr>
          <p:cNvPr id="33" name="TextBox 33"/>
          <p:cNvSpPr txBox="1"/>
          <p:nvPr/>
        </p:nvSpPr>
        <p:spPr>
          <a:xfrm>
            <a:off x="1076944" y="4464482"/>
            <a:ext cx="4525870" cy="1093470"/>
          </a:xfrm>
          <a:prstGeom prst="rect">
            <a:avLst/>
          </a:prstGeom>
        </p:spPr>
        <p:txBody>
          <a:bodyPr lIns="0" tIns="0" rIns="0" bIns="0" rtlCol="0" anchor="t">
            <a:spAutoFit/>
          </a:bodyPr>
          <a:lstStyle/>
          <a:p>
            <a:pPr algn="l">
              <a:lnSpc>
                <a:spcPts val="8537"/>
              </a:lnSpc>
            </a:pPr>
            <a:r>
              <a:rPr lang="en-US" sz="5400" b="1">
                <a:solidFill>
                  <a:srgbClr val="FFFFFF"/>
                </a:solidFill>
                <a:latin typeface="Times New Roman Bold"/>
                <a:ea typeface="Times New Roman Bold"/>
                <a:cs typeface="Times New Roman Bold"/>
                <a:sym typeface="Times New Roman Bold"/>
              </a:rPr>
              <a:t>OBJECTIVES</a:t>
            </a:r>
          </a:p>
        </p:txBody>
      </p:sp>
      <p:sp>
        <p:nvSpPr>
          <p:cNvPr id="34" name="TextBox 34"/>
          <p:cNvSpPr txBox="1"/>
          <p:nvPr/>
        </p:nvSpPr>
        <p:spPr>
          <a:xfrm>
            <a:off x="1805883" y="5451577"/>
            <a:ext cx="8189014" cy="4221480"/>
          </a:xfrm>
          <a:prstGeom prst="rect">
            <a:avLst/>
          </a:prstGeom>
        </p:spPr>
        <p:txBody>
          <a:bodyPr lIns="0" tIns="0" rIns="0" bIns="0" rtlCol="0" anchor="t">
            <a:spAutoFit/>
          </a:bodyPr>
          <a:lstStyle/>
          <a:p>
            <a:pPr algn="l">
              <a:lnSpc>
                <a:spcPts val="8830"/>
              </a:lnSpc>
            </a:pPr>
            <a:r>
              <a:rPr lang="en-US" sz="3600">
                <a:solidFill>
                  <a:srgbClr val="FFFFFF"/>
                </a:solidFill>
                <a:latin typeface="Times New Roman"/>
                <a:ea typeface="Times New Roman"/>
                <a:cs typeface="Times New Roman"/>
                <a:sym typeface="Times New Roman"/>
              </a:rPr>
              <a:t> </a:t>
            </a:r>
          </a:p>
          <a:p>
            <a:pPr algn="l">
              <a:lnSpc>
                <a:spcPts val="5025"/>
              </a:lnSpc>
            </a:pPr>
            <a:r>
              <a:rPr lang="en-US" sz="3600">
                <a:solidFill>
                  <a:srgbClr val="FFFFFF"/>
                </a:solidFill>
                <a:latin typeface="Times New Roman"/>
                <a:ea typeface="Times New Roman"/>
                <a:cs typeface="Times New Roman"/>
                <a:sym typeface="Times New Roman"/>
              </a:rPr>
              <a:t>Monitor Reviews Regularly Ensure Authenticity of User Feedback Develop an Automated Detection System Maintain Brand Trust and Credibility Follow Ethical and Legal Guidelines</a:t>
            </a:r>
          </a:p>
        </p:txBody>
      </p:sp>
      <p:sp>
        <p:nvSpPr>
          <p:cNvPr id="35" name="TextBox 35"/>
          <p:cNvSpPr txBox="1"/>
          <p:nvPr/>
        </p:nvSpPr>
        <p:spPr>
          <a:xfrm>
            <a:off x="1805883" y="5813527"/>
            <a:ext cx="6841284" cy="668655"/>
          </a:xfrm>
          <a:prstGeom prst="rect">
            <a:avLst/>
          </a:prstGeom>
        </p:spPr>
        <p:txBody>
          <a:bodyPr lIns="0" tIns="0" rIns="0" bIns="0" rtlCol="0" anchor="t">
            <a:spAutoFit/>
          </a:bodyPr>
          <a:lstStyle/>
          <a:p>
            <a:pPr algn="l">
              <a:lnSpc>
                <a:spcPts val="5025"/>
              </a:lnSpc>
            </a:pPr>
            <a:r>
              <a:rPr lang="en-US" sz="3600">
                <a:solidFill>
                  <a:srgbClr val="FFFFFF"/>
                </a:solidFill>
                <a:latin typeface="Times New Roman"/>
                <a:ea typeface="Times New Roman"/>
                <a:cs typeface="Times New Roman"/>
                <a:sym typeface="Times New Roman"/>
              </a:rPr>
              <a:t>Identify FakeReviews and Ratings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94CC7-7FD8-59E7-63A1-372DECEEC460}"/>
              </a:ext>
            </a:extLst>
          </p:cNvPr>
          <p:cNvSpPr>
            <a:spLocks noGrp="1"/>
          </p:cNvSpPr>
          <p:nvPr>
            <p:ph type="title"/>
          </p:nvPr>
        </p:nvSpPr>
        <p:spPr>
          <a:xfrm>
            <a:off x="457200" y="274638"/>
            <a:ext cx="5410200" cy="1143000"/>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67405E94-7360-03ED-EB3E-0ECD72A005E3}"/>
              </a:ext>
            </a:extLst>
          </p:cNvPr>
          <p:cNvGraphicFramePr>
            <a:graphicFrameLocks noGrp="1"/>
          </p:cNvGraphicFramePr>
          <p:nvPr>
            <p:ph idx="1"/>
            <p:extLst>
              <p:ext uri="{D42A27DB-BD31-4B8C-83A1-F6EECF244321}">
                <p14:modId xmlns:p14="http://schemas.microsoft.com/office/powerpoint/2010/main" val="1087769700"/>
              </p:ext>
            </p:extLst>
          </p:nvPr>
        </p:nvGraphicFramePr>
        <p:xfrm>
          <a:off x="1" y="1600200"/>
          <a:ext cx="18287998" cy="9198837"/>
        </p:xfrm>
        <a:graphic>
          <a:graphicData uri="http://schemas.openxmlformats.org/drawingml/2006/table">
            <a:tbl>
              <a:tblPr firstRow="1" bandRow="1">
                <a:tableStyleId>{21E4AEA4-8DFA-4A89-87EB-49C32662AFE0}</a:tableStyleId>
              </a:tblPr>
              <a:tblGrid>
                <a:gridCol w="1142999">
                  <a:extLst>
                    <a:ext uri="{9D8B030D-6E8A-4147-A177-3AD203B41FA5}">
                      <a16:colId xmlns:a16="http://schemas.microsoft.com/office/drawing/2014/main" val="2841339176"/>
                    </a:ext>
                  </a:extLst>
                </a:gridCol>
                <a:gridCol w="4082144">
                  <a:extLst>
                    <a:ext uri="{9D8B030D-6E8A-4147-A177-3AD203B41FA5}">
                      <a16:colId xmlns:a16="http://schemas.microsoft.com/office/drawing/2014/main" val="3299634206"/>
                    </a:ext>
                  </a:extLst>
                </a:gridCol>
                <a:gridCol w="2612571">
                  <a:extLst>
                    <a:ext uri="{9D8B030D-6E8A-4147-A177-3AD203B41FA5}">
                      <a16:colId xmlns:a16="http://schemas.microsoft.com/office/drawing/2014/main" val="2822792149"/>
                    </a:ext>
                  </a:extLst>
                </a:gridCol>
                <a:gridCol w="1915885">
                  <a:extLst>
                    <a:ext uri="{9D8B030D-6E8A-4147-A177-3AD203B41FA5}">
                      <a16:colId xmlns:a16="http://schemas.microsoft.com/office/drawing/2014/main" val="3133150790"/>
                    </a:ext>
                  </a:extLst>
                </a:gridCol>
                <a:gridCol w="3309257">
                  <a:extLst>
                    <a:ext uri="{9D8B030D-6E8A-4147-A177-3AD203B41FA5}">
                      <a16:colId xmlns:a16="http://schemas.microsoft.com/office/drawing/2014/main" val="2416043915"/>
                    </a:ext>
                  </a:extLst>
                </a:gridCol>
                <a:gridCol w="2612571">
                  <a:extLst>
                    <a:ext uri="{9D8B030D-6E8A-4147-A177-3AD203B41FA5}">
                      <a16:colId xmlns:a16="http://schemas.microsoft.com/office/drawing/2014/main" val="3465111061"/>
                    </a:ext>
                  </a:extLst>
                </a:gridCol>
                <a:gridCol w="2612571">
                  <a:extLst>
                    <a:ext uri="{9D8B030D-6E8A-4147-A177-3AD203B41FA5}">
                      <a16:colId xmlns:a16="http://schemas.microsoft.com/office/drawing/2014/main" val="1782632983"/>
                    </a:ext>
                  </a:extLst>
                </a:gridCol>
              </a:tblGrid>
              <a:tr h="1334997">
                <a:tc>
                  <a:txBody>
                    <a:bodyPr/>
                    <a:lstStyle/>
                    <a:p>
                      <a:r>
                        <a:rPr lang="en-US" sz="2800" dirty="0">
                          <a:latin typeface="Times New Roman" panose="02020603050405020304" pitchFamily="18" charset="0"/>
                          <a:cs typeface="Times New Roman" panose="02020603050405020304" pitchFamily="18" charset="0"/>
                        </a:rPr>
                        <a:t>Paper</a:t>
                      </a:r>
                    </a:p>
                    <a:p>
                      <a:r>
                        <a:rPr lang="en-IN" sz="2800" dirty="0">
                          <a:latin typeface="Times New Roman" panose="02020603050405020304" pitchFamily="18" charset="0"/>
                          <a:cs typeface="Times New Roman" panose="02020603050405020304" pitchFamily="18" charset="0"/>
                        </a:rPr>
                        <a:t>N0.</a:t>
                      </a:r>
                    </a:p>
                  </a:txBody>
                  <a:tcPr/>
                </a:tc>
                <a:tc>
                  <a:txBody>
                    <a:bodyPr/>
                    <a:lstStyle/>
                    <a:p>
                      <a:pPr algn="ctr"/>
                      <a:r>
                        <a:rPr lang="en-US" sz="3200" dirty="0">
                          <a:latin typeface="Times New Roman" panose="02020603050405020304" pitchFamily="18" charset="0"/>
                          <a:cs typeface="Times New Roman" panose="02020603050405020304" pitchFamily="18" charset="0"/>
                        </a:rPr>
                        <a:t>Title</a:t>
                      </a:r>
                    </a:p>
                    <a:p>
                      <a:endParaRPr lang="en-IN" dirty="0"/>
                    </a:p>
                  </a:txBody>
                  <a:tcPr/>
                </a:tc>
                <a:tc>
                  <a:txBody>
                    <a:bodyPr/>
                    <a:lstStyle/>
                    <a:p>
                      <a:pPr algn="ctr"/>
                      <a:r>
                        <a:rPr lang="en-US" sz="3200" dirty="0">
                          <a:latin typeface="Times New Roman" panose="02020603050405020304" pitchFamily="18" charset="0"/>
                          <a:cs typeface="Times New Roman" panose="02020603050405020304" pitchFamily="18" charset="0"/>
                        </a:rPr>
                        <a:t>Authors</a:t>
                      </a:r>
                    </a:p>
                    <a:p>
                      <a:endParaRPr lang="en-IN" dirty="0"/>
                    </a:p>
                  </a:txBody>
                  <a:tcPr/>
                </a:tc>
                <a:tc>
                  <a:txBody>
                    <a:bodyPr/>
                    <a:lstStyle/>
                    <a:p>
                      <a:pPr algn="ctr"/>
                      <a:r>
                        <a:rPr lang="en-US" sz="3200" dirty="0">
                          <a:latin typeface="Times New Roman" panose="02020603050405020304" pitchFamily="18" charset="0"/>
                          <a:cs typeface="Times New Roman" panose="02020603050405020304" pitchFamily="18" charset="0"/>
                        </a:rPr>
                        <a:t>Year</a:t>
                      </a:r>
                      <a:r>
                        <a:rPr lang="en-US" dirty="0"/>
                        <a:t> </a:t>
                      </a:r>
                      <a:endParaRPr lang="en-IN" dirty="0"/>
                    </a:p>
                  </a:txBody>
                  <a:tcPr/>
                </a:tc>
                <a:tc>
                  <a:txBody>
                    <a:bodyPr/>
                    <a:lstStyle/>
                    <a:p>
                      <a:pPr algn="ctr"/>
                      <a:r>
                        <a:rPr lang="en-US" sz="3200" dirty="0">
                          <a:latin typeface="Times New Roman" panose="02020603050405020304" pitchFamily="18" charset="0"/>
                          <a:cs typeface="Times New Roman" panose="02020603050405020304" pitchFamily="18" charset="0"/>
                        </a:rPr>
                        <a:t>Methodology</a:t>
                      </a:r>
                    </a:p>
                    <a:p>
                      <a:endParaRPr lang="en-IN" dirty="0"/>
                    </a:p>
                  </a:txBody>
                  <a:tcPr/>
                </a:tc>
                <a:tc>
                  <a:txBody>
                    <a:bodyPr/>
                    <a:lstStyle/>
                    <a:p>
                      <a:pPr algn="ctr"/>
                      <a:r>
                        <a:rPr lang="en-US" sz="3200" dirty="0">
                          <a:latin typeface="Times New Roman" panose="02020603050405020304" pitchFamily="18" charset="0"/>
                          <a:cs typeface="Times New Roman" panose="02020603050405020304" pitchFamily="18" charset="0"/>
                        </a:rPr>
                        <a:t>Merits</a:t>
                      </a:r>
                    </a:p>
                    <a:p>
                      <a:endParaRPr lang="en-IN" dirty="0"/>
                    </a:p>
                  </a:txBody>
                  <a:tcPr/>
                </a:tc>
                <a:tc>
                  <a:txBody>
                    <a:bodyPr/>
                    <a:lstStyle/>
                    <a:p>
                      <a:pPr algn="ctr"/>
                      <a:r>
                        <a:rPr lang="en-US" sz="3200" dirty="0">
                          <a:latin typeface="Times New Roman" panose="02020603050405020304" pitchFamily="18" charset="0"/>
                          <a:cs typeface="Times New Roman" panose="02020603050405020304" pitchFamily="18" charset="0"/>
                        </a:rPr>
                        <a:t>Limitations </a:t>
                      </a:r>
                      <a:endParaRPr lang="en-IN"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85613090"/>
                  </a:ext>
                </a:extLst>
              </a:tr>
              <a:tr h="3237751">
                <a:tc>
                  <a:txBody>
                    <a:bodyPr/>
                    <a:lstStyle/>
                    <a:p>
                      <a:pPr algn="ctr"/>
                      <a:r>
                        <a:rPr lang="en-US" sz="2400" dirty="0"/>
                        <a:t>1</a:t>
                      </a:r>
                      <a:endParaRPr lang="en-IN" sz="2400" dirty="0"/>
                    </a:p>
                  </a:txBody>
                  <a:tcPr/>
                </a:tc>
                <a:tc>
                  <a:txBody>
                    <a:bodyPr/>
                    <a:lstStyle/>
                    <a:p>
                      <a:pPr algn="ctr"/>
                      <a:r>
                        <a:rPr lang="en-US" sz="2400" b="0" kern="1200" dirty="0">
                          <a:solidFill>
                            <a:schemeClr val="dk1"/>
                          </a:solidFill>
                          <a:effectLst/>
                          <a:latin typeface="Times New Roman" panose="02020603050405020304" pitchFamily="18" charset="0"/>
                          <a:ea typeface="+mn-ea"/>
                          <a:cs typeface="Times New Roman" panose="02020603050405020304" pitchFamily="18" charset="0"/>
                        </a:rPr>
                        <a:t>Spam Review Detection Using Deep Learning</a:t>
                      </a:r>
                      <a:endParaRPr lang="en-IN" sz="24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 </a:t>
                      </a:r>
                      <a:r>
                        <a:rPr lang="en-US" sz="2400" kern="1200" dirty="0">
                          <a:solidFill>
                            <a:schemeClr val="dk1"/>
                          </a:solidFill>
                          <a:effectLst/>
                          <a:latin typeface="Times New Roman" panose="02020603050405020304" pitchFamily="18" charset="0"/>
                          <a:ea typeface="+mn-ea"/>
                          <a:cs typeface="Times New Roman" panose="02020603050405020304" pitchFamily="18" charset="0"/>
                        </a:rPr>
                        <a:t>G. M. Shahariar, Swapnil Biswas, Faiza Omar, Faisal Muhammad Shah, Samiha Binte Hassan.</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dirty="0"/>
                    </a:p>
                  </a:txBody>
                  <a:tcPr/>
                </a:tc>
                <a:tc>
                  <a:txBody>
                    <a:bodyPr/>
                    <a:lstStyle/>
                    <a:p>
                      <a:pPr algn="ctr"/>
                      <a:r>
                        <a:rPr lang="en-US" sz="2400" dirty="0">
                          <a:latin typeface="Times New Roman" panose="02020603050405020304" pitchFamily="18" charset="0"/>
                          <a:cs typeface="Times New Roman" panose="02020603050405020304" pitchFamily="18" charset="0"/>
                        </a:rPr>
                        <a:t>2019</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effectLst/>
                          <a:latin typeface="Times New Roman" panose="02020603050405020304" pitchFamily="18" charset="0"/>
                          <a:ea typeface="+mn-ea"/>
                          <a:cs typeface="Times New Roman" panose="02020603050405020304" pitchFamily="18" charset="0"/>
                        </a:rPr>
                        <a:t>Various ML (Naive Bayes, KNN, SVM) and deep learning models (MLP, CNN, LSTM) were implemented and evaluated using accuracy, precision, recall, and F1-score.</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kern="1200" dirty="0">
                          <a:solidFill>
                            <a:schemeClr val="dk1"/>
                          </a:solidFill>
                          <a:effectLst/>
                          <a:latin typeface="Times New Roman" panose="02020603050405020304" pitchFamily="18" charset="0"/>
                          <a:ea typeface="+mn-ea"/>
                          <a:cs typeface="Times New Roman" panose="02020603050405020304" pitchFamily="18" charset="0"/>
                        </a:rPr>
                        <a:t>The study offers a practical comparison of ML and DL methods, showcasing scalability for real-world e-commerce applications.</a:t>
                      </a:r>
                      <a:endParaRPr lang="en-IN" sz="240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dirty="0"/>
                    </a:p>
                  </a:txBody>
                  <a:tcPr/>
                </a:tc>
                <a:tc>
                  <a:txBody>
                    <a:bodyPr/>
                    <a:lstStyle/>
                    <a:p>
                      <a:r>
                        <a:rPr lang="en-US" sz="2400" kern="1200" dirty="0">
                          <a:solidFill>
                            <a:schemeClr val="dk1"/>
                          </a:solidFill>
                          <a:effectLst/>
                          <a:latin typeface="Times New Roman" panose="02020603050405020304" pitchFamily="18" charset="0"/>
                          <a:ea typeface="+mn-ea"/>
                          <a:cs typeface="Times New Roman" panose="02020603050405020304" pitchFamily="18" charset="0"/>
                        </a:rPr>
                        <a:t>The study's limitations include lack of real-time evaluation and restricted focus on English-language reviews, limiting broader applicability</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43247870"/>
                  </a:ext>
                </a:extLst>
              </a:tr>
              <a:tr h="3237751">
                <a:tc>
                  <a:txBody>
                    <a:bodyPr/>
                    <a:lstStyle/>
                    <a:p>
                      <a:pPr algn="ctr"/>
                      <a:r>
                        <a:rPr lang="en-US" sz="2400" dirty="0"/>
                        <a:t>2</a:t>
                      </a:r>
                      <a:endParaRPr lang="en-IN"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dk1"/>
                          </a:solidFill>
                          <a:effectLst/>
                          <a:latin typeface="Times New Roman" panose="02020603050405020304" pitchFamily="18" charset="0"/>
                          <a:ea typeface="+mn-ea"/>
                          <a:cs typeface="Times New Roman" panose="02020603050405020304" pitchFamily="18" charset="0"/>
                        </a:rPr>
                        <a:t>Fake Reviews Detection through Analysis of Linguistic Features</a:t>
                      </a:r>
                      <a:endParaRPr lang="en-IN" sz="2400" b="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sz="24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dk1"/>
                          </a:solidFill>
                          <a:effectLst/>
                          <a:latin typeface="Times New Roman" panose="02020603050405020304" pitchFamily="18" charset="0"/>
                          <a:ea typeface="+mn-ea"/>
                          <a:cs typeface="Times New Roman" panose="02020603050405020304" pitchFamily="18" charset="0"/>
                        </a:rPr>
                        <a:t>: Faranak Abri, Luis Felipe Gutierrez, Akbar Siami </a:t>
                      </a:r>
                      <a:r>
                        <a:rPr lang="en-US" sz="2400" b="0" kern="1200" dirty="0" err="1">
                          <a:solidFill>
                            <a:schemeClr val="dk1"/>
                          </a:solidFill>
                          <a:effectLst/>
                          <a:latin typeface="Times New Roman" panose="02020603050405020304" pitchFamily="18" charset="0"/>
                          <a:ea typeface="+mn-ea"/>
                          <a:cs typeface="Times New Roman" panose="02020603050405020304" pitchFamily="18" charset="0"/>
                        </a:rPr>
                        <a:t>Namin</a:t>
                      </a:r>
                      <a:r>
                        <a:rPr lang="en-US" sz="2400" b="0" kern="1200" dirty="0">
                          <a:solidFill>
                            <a:schemeClr val="dk1"/>
                          </a:solidFill>
                          <a:effectLst/>
                          <a:latin typeface="Times New Roman" panose="02020603050405020304" pitchFamily="18" charset="0"/>
                          <a:ea typeface="+mn-ea"/>
                          <a:cs typeface="Times New Roman" panose="02020603050405020304" pitchFamily="18" charset="0"/>
                        </a:rPr>
                        <a:t>, Keith S. Jones, David R. W. Sears</a:t>
                      </a:r>
                      <a:endParaRPr lang="en-IN" sz="2400" b="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2020</a:t>
                      </a:r>
                      <a:endParaRPr lang="en-IN" sz="24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kern="1200" dirty="0">
                          <a:solidFill>
                            <a:schemeClr val="dk1"/>
                          </a:solidFill>
                          <a:effectLst/>
                          <a:latin typeface="Times New Roman" panose="02020603050405020304" pitchFamily="18" charset="0"/>
                          <a:ea typeface="+mn-ea"/>
                          <a:cs typeface="Times New Roman" panose="02020603050405020304" pitchFamily="18" charset="0"/>
                        </a:rPr>
                        <a:t>These features were used to train machine learning models (SVM, Random Forest, Naïve Bayes) for classifying fake vs. genuine reviews.</a:t>
                      </a:r>
                      <a:endParaRPr lang="en-IN" sz="2400" b="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sz="2400" b="0" dirty="0">
                        <a:latin typeface="Times New Roman" panose="02020603050405020304" pitchFamily="18" charset="0"/>
                        <a:cs typeface="Times New Roman" panose="02020603050405020304" pitchFamily="18" charset="0"/>
                      </a:endParaRPr>
                    </a:p>
                  </a:txBody>
                  <a:tcPr/>
                </a:tc>
                <a:tc>
                  <a:txBody>
                    <a:bodyPr/>
                    <a:lstStyle/>
                    <a:p>
                      <a:r>
                        <a:rPr lang="en-US" sz="2400" b="0" kern="1200" dirty="0">
                          <a:solidFill>
                            <a:schemeClr val="dk1"/>
                          </a:solidFill>
                          <a:effectLst/>
                          <a:latin typeface="Times New Roman" panose="02020603050405020304" pitchFamily="18" charset="0"/>
                          <a:ea typeface="+mn-ea"/>
                          <a:cs typeface="Times New Roman" panose="02020603050405020304" pitchFamily="18" charset="0"/>
                        </a:rPr>
                        <a:t>The method is interpretable and lightweight, relying solely on linguistic features without complex infrastructure</a:t>
                      </a:r>
                      <a:endParaRPr lang="en-IN" sz="24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kern="1200" dirty="0">
                          <a:solidFill>
                            <a:schemeClr val="dk1"/>
                          </a:solidFill>
                          <a:effectLst/>
                          <a:latin typeface="Times New Roman" panose="02020603050405020304" pitchFamily="18" charset="0"/>
                          <a:ea typeface="+mn-ea"/>
                          <a:cs typeface="Times New Roman" panose="02020603050405020304" pitchFamily="18" charset="0"/>
                        </a:rPr>
                        <a:t>The model may struggle with domain transferability and unseen writing styles. It ignores contextual, behavioural , and metadata cues that could enhance detection accuracy.</a:t>
                      </a:r>
                    </a:p>
                    <a:p>
                      <a:endParaRPr lang="en-IN" sz="24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75756333"/>
                  </a:ext>
                </a:extLst>
              </a:tr>
            </a:tbl>
          </a:graphicData>
        </a:graphic>
      </p:graphicFrame>
    </p:spTree>
    <p:extLst>
      <p:ext uri="{BB962C8B-B14F-4D97-AF65-F5344CB8AC3E}">
        <p14:creationId xmlns:p14="http://schemas.microsoft.com/office/powerpoint/2010/main" val="2891791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9D337-27A2-7B02-2134-FDB4C084EC43}"/>
              </a:ext>
            </a:extLst>
          </p:cNvPr>
          <p:cNvSpPr>
            <a:spLocks noGrp="1"/>
          </p:cNvSpPr>
          <p:nvPr>
            <p:ph type="title"/>
          </p:nvPr>
        </p:nvSpPr>
        <p:spPr>
          <a:xfrm>
            <a:off x="457200" y="274638"/>
            <a:ext cx="5562600" cy="1143000"/>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0B833516-004A-B885-B42C-46D4A19231AC}"/>
              </a:ext>
            </a:extLst>
          </p:cNvPr>
          <p:cNvGraphicFramePr>
            <a:graphicFrameLocks noGrp="1"/>
          </p:cNvGraphicFramePr>
          <p:nvPr>
            <p:ph idx="1"/>
            <p:extLst>
              <p:ext uri="{D42A27DB-BD31-4B8C-83A1-F6EECF244321}">
                <p14:modId xmlns:p14="http://schemas.microsoft.com/office/powerpoint/2010/main" val="289933254"/>
              </p:ext>
            </p:extLst>
          </p:nvPr>
        </p:nvGraphicFramePr>
        <p:xfrm>
          <a:off x="0" y="1638300"/>
          <a:ext cx="18287997" cy="8290560"/>
        </p:xfrm>
        <a:graphic>
          <a:graphicData uri="http://schemas.openxmlformats.org/drawingml/2006/table">
            <a:tbl>
              <a:tblPr firstRow="1" bandRow="1">
                <a:tableStyleId>{21E4AEA4-8DFA-4A89-87EB-49C32662AFE0}</a:tableStyleId>
              </a:tblPr>
              <a:tblGrid>
                <a:gridCol w="1524000">
                  <a:extLst>
                    <a:ext uri="{9D8B030D-6E8A-4147-A177-3AD203B41FA5}">
                      <a16:colId xmlns:a16="http://schemas.microsoft.com/office/drawing/2014/main" val="2155076979"/>
                    </a:ext>
                  </a:extLst>
                </a:gridCol>
                <a:gridCol w="3352800">
                  <a:extLst>
                    <a:ext uri="{9D8B030D-6E8A-4147-A177-3AD203B41FA5}">
                      <a16:colId xmlns:a16="http://schemas.microsoft.com/office/drawing/2014/main" val="3862698225"/>
                    </a:ext>
                  </a:extLst>
                </a:gridCol>
                <a:gridCol w="2960913">
                  <a:extLst>
                    <a:ext uri="{9D8B030D-6E8A-4147-A177-3AD203B41FA5}">
                      <a16:colId xmlns:a16="http://schemas.microsoft.com/office/drawing/2014/main" val="2476321257"/>
                    </a:ext>
                  </a:extLst>
                </a:gridCol>
                <a:gridCol w="1763487">
                  <a:extLst>
                    <a:ext uri="{9D8B030D-6E8A-4147-A177-3AD203B41FA5}">
                      <a16:colId xmlns:a16="http://schemas.microsoft.com/office/drawing/2014/main" val="3257243392"/>
                    </a:ext>
                  </a:extLst>
                </a:gridCol>
                <a:gridCol w="3048000">
                  <a:extLst>
                    <a:ext uri="{9D8B030D-6E8A-4147-A177-3AD203B41FA5}">
                      <a16:colId xmlns:a16="http://schemas.microsoft.com/office/drawing/2014/main" val="3272063866"/>
                    </a:ext>
                  </a:extLst>
                </a:gridCol>
                <a:gridCol w="2819400">
                  <a:extLst>
                    <a:ext uri="{9D8B030D-6E8A-4147-A177-3AD203B41FA5}">
                      <a16:colId xmlns:a16="http://schemas.microsoft.com/office/drawing/2014/main" val="194184279"/>
                    </a:ext>
                  </a:extLst>
                </a:gridCol>
                <a:gridCol w="2819397">
                  <a:extLst>
                    <a:ext uri="{9D8B030D-6E8A-4147-A177-3AD203B41FA5}">
                      <a16:colId xmlns:a16="http://schemas.microsoft.com/office/drawing/2014/main" val="2007374212"/>
                    </a:ext>
                  </a:extLst>
                </a:gridCol>
              </a:tblGrid>
              <a:tr h="2019598">
                <a:tc>
                  <a:txBody>
                    <a:bodyPr/>
                    <a:lstStyle/>
                    <a:p>
                      <a:pPr algn="ctr"/>
                      <a:r>
                        <a:rPr lang="en-US" sz="2400" dirty="0"/>
                        <a:t>3</a:t>
                      </a:r>
                      <a:endParaRPr lang="en-IN" sz="2400" dirty="0"/>
                    </a:p>
                  </a:txBody>
                  <a:tcPr/>
                </a:tc>
                <a:tc>
                  <a:txBody>
                    <a:bodyPr/>
                    <a:lstStyle/>
                    <a:p>
                      <a:r>
                        <a:rPr lang="en-IN" sz="2800" b="0" kern="1200" dirty="0">
                          <a:solidFill>
                            <a:schemeClr val="lt1"/>
                          </a:solidFill>
                          <a:effectLst/>
                          <a:latin typeface="Times New Roman" panose="02020603050405020304" pitchFamily="18" charset="0"/>
                          <a:ea typeface="+mn-ea"/>
                          <a:cs typeface="Times New Roman" panose="02020603050405020304" pitchFamily="18" charset="0"/>
                        </a:rPr>
                        <a:t>Automated </a:t>
                      </a:r>
                      <a:r>
                        <a:rPr lang="en-IN" sz="2800" b="0" kern="1200" dirty="0" err="1">
                          <a:solidFill>
                            <a:schemeClr val="lt1"/>
                          </a:solidFill>
                          <a:effectLst/>
                          <a:latin typeface="Times New Roman" panose="02020603050405020304" pitchFamily="18" charset="0"/>
                          <a:ea typeface="+mn-ea"/>
                          <a:cs typeface="Times New Roman" panose="02020603050405020304" pitchFamily="18" charset="0"/>
                        </a:rPr>
                        <a:t>Crowdturfing</a:t>
                      </a:r>
                      <a:r>
                        <a:rPr lang="en-IN" sz="2800" b="0" kern="1200" dirty="0">
                          <a:solidFill>
                            <a:schemeClr val="lt1"/>
                          </a:solidFill>
                          <a:effectLst/>
                          <a:latin typeface="Times New Roman" panose="02020603050405020304" pitchFamily="18" charset="0"/>
                          <a:ea typeface="+mn-ea"/>
                          <a:cs typeface="Times New Roman" panose="02020603050405020304" pitchFamily="18" charset="0"/>
                        </a:rPr>
                        <a:t> Attacks and Defences in Online Review Systems</a:t>
                      </a:r>
                      <a:endParaRPr lang="en-IN" sz="28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0" kern="1200" dirty="0" err="1">
                          <a:solidFill>
                            <a:schemeClr val="lt1"/>
                          </a:solidFill>
                          <a:effectLst/>
                          <a:latin typeface="Times New Roman" panose="02020603050405020304" pitchFamily="18" charset="0"/>
                          <a:ea typeface="+mn-ea"/>
                          <a:cs typeface="Times New Roman" panose="02020603050405020304" pitchFamily="18" charset="0"/>
                        </a:rPr>
                        <a:t>Yuanshun</a:t>
                      </a:r>
                      <a:r>
                        <a:rPr lang="en-IN" sz="2800" b="0" kern="1200" dirty="0">
                          <a:solidFill>
                            <a:schemeClr val="lt1"/>
                          </a:solidFill>
                          <a:effectLst/>
                          <a:latin typeface="Times New Roman" panose="02020603050405020304" pitchFamily="18" charset="0"/>
                          <a:ea typeface="+mn-ea"/>
                          <a:cs typeface="Times New Roman" panose="02020603050405020304" pitchFamily="18" charset="0"/>
                        </a:rPr>
                        <a:t> Yao, Bimal Viswanath, Jenna Cryan, Haitao Zheng, Ben Y. Zhao</a:t>
                      </a:r>
                    </a:p>
                    <a:p>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2017</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IN" sz="2800" b="0" kern="1200" dirty="0">
                          <a:solidFill>
                            <a:schemeClr val="lt1"/>
                          </a:solidFill>
                          <a:effectLst/>
                          <a:latin typeface="Times New Roman" panose="02020603050405020304" pitchFamily="18" charset="0"/>
                          <a:ea typeface="+mn-ea"/>
                          <a:cs typeface="Times New Roman" panose="02020603050405020304" pitchFamily="18" charset="0"/>
                        </a:rPr>
                        <a:t>The authors used deep learning language models (e.g., GPT-based) to generate fake reviews simulating </a:t>
                      </a:r>
                      <a:r>
                        <a:rPr lang="en-IN" sz="2800" b="0" kern="1200" dirty="0" err="1">
                          <a:solidFill>
                            <a:schemeClr val="lt1"/>
                          </a:solidFill>
                          <a:effectLst/>
                          <a:latin typeface="Times New Roman" panose="02020603050405020304" pitchFamily="18" charset="0"/>
                          <a:ea typeface="+mn-ea"/>
                          <a:cs typeface="Times New Roman" panose="02020603050405020304" pitchFamily="18" charset="0"/>
                        </a:rPr>
                        <a:t>crowdturfing</a:t>
                      </a:r>
                      <a:r>
                        <a:rPr lang="en-IN" sz="2800" b="0" kern="1200" dirty="0">
                          <a:solidFill>
                            <a:schemeClr val="lt1"/>
                          </a:solidFill>
                          <a:effectLst/>
                          <a:latin typeface="Times New Roman" panose="02020603050405020304" pitchFamily="18" charset="0"/>
                          <a:ea typeface="+mn-ea"/>
                          <a:cs typeface="Times New Roman" panose="02020603050405020304" pitchFamily="18" charset="0"/>
                        </a:rPr>
                        <a:t> attacks.</a:t>
                      </a:r>
                      <a:endParaRPr lang="en-IN" sz="28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0" kern="1200" dirty="0">
                          <a:solidFill>
                            <a:schemeClr val="lt1"/>
                          </a:solidFill>
                          <a:effectLst/>
                          <a:latin typeface="Times New Roman" panose="02020603050405020304" pitchFamily="18" charset="0"/>
                          <a:ea typeface="+mn-ea"/>
                          <a:cs typeface="Times New Roman" panose="02020603050405020304" pitchFamily="18" charset="0"/>
                        </a:rPr>
                        <a:t>The study addresses a modern and realistic threat using advanced generative models</a:t>
                      </a:r>
                      <a:endParaRPr lang="en-IN" sz="28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0" kern="1200" dirty="0">
                          <a:solidFill>
                            <a:schemeClr val="lt1"/>
                          </a:solidFill>
                          <a:effectLst/>
                          <a:latin typeface="Times New Roman" panose="02020603050405020304" pitchFamily="18" charset="0"/>
                          <a:ea typeface="+mn-ea"/>
                          <a:cs typeface="Times New Roman" panose="02020603050405020304" pitchFamily="18" charset="0"/>
                        </a:rPr>
                        <a:t>Real-world deployment of defences may face challenges across diverse platforms and languages.</a:t>
                      </a:r>
                    </a:p>
                    <a:p>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54551718"/>
                  </a:ext>
                </a:extLst>
              </a:tr>
              <a:tr h="4589154">
                <a:tc>
                  <a:txBody>
                    <a:bodyPr/>
                    <a:lstStyle/>
                    <a:p>
                      <a:pPr algn="ctr"/>
                      <a:r>
                        <a:rPr lang="en-US" sz="2400" dirty="0"/>
                        <a:t>4</a:t>
                      </a:r>
                      <a:endParaRPr lang="en-IN" sz="2400" dirty="0"/>
                    </a:p>
                  </a:txBody>
                  <a:tcPr/>
                </a:tc>
                <a:tc>
                  <a:txBody>
                    <a:bodyPr/>
                    <a:lstStyle/>
                    <a:p>
                      <a:r>
                        <a:rPr lang="en-IN" sz="2800" b="0" kern="1200" dirty="0">
                          <a:solidFill>
                            <a:schemeClr val="dk1"/>
                          </a:solidFill>
                          <a:effectLst/>
                          <a:latin typeface="Times New Roman" panose="02020603050405020304" pitchFamily="18" charset="0"/>
                          <a:ea typeface="+mn-ea"/>
                          <a:cs typeface="Times New Roman" panose="02020603050405020304" pitchFamily="18" charset="0"/>
                        </a:rPr>
                        <a:t>Review Classification and False Feedback Detection using Machine Learning</a:t>
                      </a:r>
                      <a:endParaRPr lang="en-IN" sz="28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0" kern="1200" dirty="0">
                          <a:solidFill>
                            <a:schemeClr val="dk1"/>
                          </a:solidFill>
                          <a:effectLst/>
                          <a:latin typeface="Times New Roman" panose="02020603050405020304" pitchFamily="18" charset="0"/>
                          <a:ea typeface="+mn-ea"/>
                          <a:cs typeface="Times New Roman" panose="02020603050405020304" pitchFamily="18" charset="0"/>
                        </a:rPr>
                        <a:t>Dr. Balika J. Chelliah, T. C. A. </a:t>
                      </a:r>
                      <a:r>
                        <a:rPr lang="en-IN" sz="2800" b="0" kern="1200" dirty="0" err="1">
                          <a:solidFill>
                            <a:schemeClr val="dk1"/>
                          </a:solidFill>
                          <a:effectLst/>
                          <a:latin typeface="Times New Roman" panose="02020603050405020304" pitchFamily="18" charset="0"/>
                          <a:ea typeface="+mn-ea"/>
                          <a:cs typeface="Times New Roman" panose="02020603050405020304" pitchFamily="18" charset="0"/>
                        </a:rPr>
                        <a:t>Ananthajith</a:t>
                      </a:r>
                      <a:r>
                        <a:rPr lang="en-IN" sz="2800" b="0" kern="1200" dirty="0">
                          <a:solidFill>
                            <a:schemeClr val="dk1"/>
                          </a:solidFill>
                          <a:effectLst/>
                          <a:latin typeface="Times New Roman" panose="02020603050405020304" pitchFamily="18" charset="0"/>
                          <a:ea typeface="+mn-ea"/>
                          <a:cs typeface="Times New Roman" panose="02020603050405020304" pitchFamily="18" charset="0"/>
                        </a:rPr>
                        <a:t>, Anoushka Dutta, Aditya Sugandhi</a:t>
                      </a:r>
                    </a:p>
                    <a:p>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2020</a:t>
                      </a:r>
                      <a:endParaRPr lang="en-IN" sz="28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kern="1200" dirty="0">
                          <a:solidFill>
                            <a:schemeClr val="dk1"/>
                          </a:solidFill>
                          <a:effectLst/>
                          <a:latin typeface="Times New Roman" panose="02020603050405020304" pitchFamily="18" charset="0"/>
                          <a:ea typeface="+mn-ea"/>
                          <a:cs typeface="Times New Roman" panose="02020603050405020304" pitchFamily="18" charset="0"/>
                        </a:rPr>
                        <a:t>The study involved data preprocessing, feature extraction, model training, and performance evaluation using standard classification metrics</a:t>
                      </a:r>
                      <a:endParaRPr lang="en-IN" sz="2800" b="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sz="2800" b="0" dirty="0">
                        <a:latin typeface="Times New Roman" panose="02020603050405020304" pitchFamily="18" charset="0"/>
                        <a:cs typeface="Times New Roman" panose="02020603050405020304" pitchFamily="18" charset="0"/>
                      </a:endParaRPr>
                    </a:p>
                  </a:txBody>
                  <a:tcPr/>
                </a:tc>
                <a:tc>
                  <a:txBody>
                    <a:bodyPr/>
                    <a:lstStyle/>
                    <a:p>
                      <a:r>
                        <a:rPr lang="en-IN" sz="2800" b="0" kern="1200" dirty="0">
                          <a:solidFill>
                            <a:schemeClr val="dk1"/>
                          </a:solidFill>
                          <a:effectLst/>
                          <a:latin typeface="Times New Roman" panose="02020603050405020304" pitchFamily="18" charset="0"/>
                          <a:ea typeface="+mn-ea"/>
                          <a:cs typeface="Times New Roman" panose="02020603050405020304" pitchFamily="18" charset="0"/>
                        </a:rPr>
                        <a:t>Applies well-known and interpretable machine learning models for effective review classification.</a:t>
                      </a:r>
                      <a:br>
                        <a:rPr lang="en-IN" sz="2800" b="0" kern="1200" dirty="0">
                          <a:solidFill>
                            <a:schemeClr val="dk1"/>
                          </a:solidFill>
                          <a:effectLst/>
                          <a:latin typeface="Times New Roman" panose="02020603050405020304" pitchFamily="18" charset="0"/>
                          <a:ea typeface="+mn-ea"/>
                          <a:cs typeface="Times New Roman" panose="02020603050405020304" pitchFamily="18" charset="0"/>
                        </a:rPr>
                      </a:br>
                      <a:endParaRPr lang="en-IN" sz="28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0" kern="1200" dirty="0">
                          <a:solidFill>
                            <a:schemeClr val="dk1"/>
                          </a:solidFill>
                          <a:effectLst/>
                          <a:latin typeface="Times New Roman" panose="02020603050405020304" pitchFamily="18" charset="0"/>
                          <a:ea typeface="+mn-ea"/>
                          <a:cs typeface="Times New Roman" panose="02020603050405020304" pitchFamily="18" charset="0"/>
                        </a:rPr>
                        <a:t>Relies heavily on the quality and representativeness of training data. May not handle subtle or highly realistic fake reviews generated by advanced AI models.</a:t>
                      </a:r>
                      <a:endParaRPr lang="en-IN" sz="2800" b="0"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61800433"/>
                  </a:ext>
                </a:extLst>
              </a:tr>
            </a:tbl>
          </a:graphicData>
        </a:graphic>
      </p:graphicFrame>
    </p:spTree>
    <p:extLst>
      <p:ext uri="{BB962C8B-B14F-4D97-AF65-F5344CB8AC3E}">
        <p14:creationId xmlns:p14="http://schemas.microsoft.com/office/powerpoint/2010/main" val="4098760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F8B1E-5755-5399-CCFB-C78F9FA2F65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E3868D10-B0D6-BA99-8093-6A35F261DDA9}"/>
              </a:ext>
            </a:extLst>
          </p:cNvPr>
          <p:cNvSpPr>
            <a:spLocks noGrp="1"/>
          </p:cNvSpPr>
          <p:nvPr>
            <p:ph sz="half" idx="1"/>
          </p:nvPr>
        </p:nvSpPr>
        <p:spPr>
          <a:xfrm>
            <a:off x="457200" y="1866901"/>
            <a:ext cx="6477000" cy="4648200"/>
          </a:xfrm>
        </p:spPr>
        <p:txBody>
          <a:bodyPr>
            <a:normAutofit fontScale="25000" lnSpcReduction="20000"/>
          </a:bodyPr>
          <a:lstStyle/>
          <a:p>
            <a:pPr marL="0" indent="0">
              <a:buNone/>
            </a:pPr>
            <a:r>
              <a:rPr lang="en-US" sz="12800" b="1" dirty="0">
                <a:latin typeface="Times New Roman" panose="02020603050405020304" pitchFamily="18" charset="0"/>
                <a:cs typeface="Times New Roman" panose="02020603050405020304" pitchFamily="18" charset="0"/>
              </a:rPr>
              <a:t>Methods Used</a:t>
            </a:r>
          </a:p>
          <a:p>
            <a:pPr>
              <a:lnSpc>
                <a:spcPct val="170000"/>
              </a:lnSpc>
            </a:pPr>
            <a:r>
              <a:rPr lang="en-US" sz="8800" dirty="0">
                <a:latin typeface="Times New Roman" panose="02020603050405020304" pitchFamily="18" charset="0"/>
                <a:cs typeface="Times New Roman" panose="02020603050405020304" pitchFamily="18" charset="0"/>
              </a:rPr>
              <a:t>Manual Moderation: Human moderators check reviews and flag suspicious ones.</a:t>
            </a:r>
          </a:p>
          <a:p>
            <a:pPr>
              <a:lnSpc>
                <a:spcPct val="170000"/>
              </a:lnSpc>
            </a:pPr>
            <a:r>
              <a:rPr lang="en-US" sz="8800" dirty="0">
                <a:latin typeface="Times New Roman" panose="02020603050405020304" pitchFamily="18" charset="0"/>
                <a:cs typeface="Times New Roman" panose="02020603050405020304" pitchFamily="18" charset="0"/>
              </a:rPr>
              <a:t>Rule-based Filtering: Simple filters (e.g., detecting duplicate reviews, excessive keywords like “best product,” “cheap,” etc.).</a:t>
            </a:r>
          </a:p>
          <a:p>
            <a:pPr>
              <a:lnSpc>
                <a:spcPct val="170000"/>
              </a:lnSpc>
            </a:pPr>
            <a:r>
              <a:rPr lang="en-US" sz="8800" dirty="0">
                <a:latin typeface="Times New Roman" panose="02020603050405020304" pitchFamily="18" charset="0"/>
                <a:cs typeface="Times New Roman" panose="02020603050405020304" pitchFamily="18" charset="0"/>
              </a:rPr>
              <a:t>IP/Account Tracking: Blocking multiple reviews from same IP or fake accounts.</a:t>
            </a:r>
          </a:p>
          <a:p>
            <a:pPr marL="0" indent="0">
              <a:lnSpc>
                <a:spcPct val="170000"/>
              </a:lnSpc>
              <a:buNone/>
            </a:pPr>
            <a:r>
              <a:rPr lang="en-US" sz="12800" b="1" dirty="0">
                <a:latin typeface="Times New Roman" panose="02020603050405020304" pitchFamily="18" charset="0"/>
                <a:cs typeface="Times New Roman" panose="02020603050405020304" pitchFamily="18" charset="0"/>
              </a:rPr>
              <a:t>Benefits</a:t>
            </a:r>
          </a:p>
          <a:p>
            <a:pPr>
              <a:lnSpc>
                <a:spcPct val="170000"/>
              </a:lnSpc>
            </a:pPr>
            <a:r>
              <a:rPr lang="en-US" sz="8800" dirty="0">
                <a:latin typeface="Times New Roman" panose="02020603050405020304" pitchFamily="18" charset="0"/>
                <a:cs typeface="Times New Roman" panose="02020603050405020304" pitchFamily="18" charset="0"/>
              </a:rPr>
              <a:t>Simple to implement.</a:t>
            </a:r>
          </a:p>
          <a:p>
            <a:pPr>
              <a:lnSpc>
                <a:spcPct val="170000"/>
              </a:lnSpc>
            </a:pPr>
            <a:r>
              <a:rPr lang="en-US" sz="8800" dirty="0">
                <a:latin typeface="Times New Roman" panose="02020603050405020304" pitchFamily="18" charset="0"/>
                <a:cs typeface="Times New Roman" panose="02020603050405020304" pitchFamily="18" charset="0"/>
              </a:rPr>
              <a:t>Low cost for small platforms.</a:t>
            </a:r>
          </a:p>
          <a:p>
            <a:pPr>
              <a:lnSpc>
                <a:spcPct val="170000"/>
              </a:lnSpc>
            </a:pPr>
            <a:r>
              <a:rPr lang="en-US" sz="8800" dirty="0">
                <a:latin typeface="Times New Roman" panose="02020603050405020304" pitchFamily="18" charset="0"/>
                <a:cs typeface="Times New Roman" panose="02020603050405020304" pitchFamily="18" charset="0"/>
              </a:rPr>
              <a:t>Human intuition sometimes catches subtle fake reviews better than machines.</a:t>
            </a:r>
          </a:p>
          <a:p>
            <a:pPr>
              <a:lnSpc>
                <a:spcPct val="170000"/>
              </a:lnSpc>
            </a:pPr>
            <a:endParaRPr lang="en-US" sz="8800" b="1"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Content Placeholder 3">
            <a:extLst>
              <a:ext uri="{FF2B5EF4-FFF2-40B4-BE49-F238E27FC236}">
                <a16:creationId xmlns:a16="http://schemas.microsoft.com/office/drawing/2014/main" id="{54D14FC6-315C-C114-8238-91EEC9052F05}"/>
              </a:ext>
            </a:extLst>
          </p:cNvPr>
          <p:cNvSpPr>
            <a:spLocks noGrp="1"/>
          </p:cNvSpPr>
          <p:nvPr>
            <p:ph sz="half" idx="2"/>
          </p:nvPr>
        </p:nvSpPr>
        <p:spPr>
          <a:xfrm>
            <a:off x="7924800" y="1417638"/>
            <a:ext cx="6096000" cy="5097462"/>
          </a:xfrm>
        </p:spPr>
        <p:txBody>
          <a:bodyPr>
            <a:normAutofit fontScale="25000" lnSpcReduction="20000"/>
          </a:bodyPr>
          <a:lstStyle/>
          <a:p>
            <a:endParaRPr lang="en-IN" dirty="0"/>
          </a:p>
          <a:p>
            <a:pPr marL="0" indent="0">
              <a:lnSpc>
                <a:spcPct val="170000"/>
              </a:lnSpc>
              <a:buNone/>
            </a:pPr>
            <a:r>
              <a:rPr lang="en-US" sz="11200" b="1" dirty="0">
                <a:latin typeface="Times New Roman" panose="02020603050405020304" pitchFamily="18" charset="0"/>
                <a:cs typeface="Times New Roman" panose="02020603050405020304" pitchFamily="18" charset="0"/>
              </a:rPr>
              <a:t>Limitations</a:t>
            </a:r>
          </a:p>
          <a:p>
            <a:pPr>
              <a:lnSpc>
                <a:spcPct val="170000"/>
              </a:lnSpc>
            </a:pPr>
            <a:r>
              <a:rPr lang="en-US" sz="8800" dirty="0">
                <a:latin typeface="Times New Roman" panose="02020603050405020304" pitchFamily="18" charset="0"/>
                <a:cs typeface="Times New Roman" panose="02020603050405020304" pitchFamily="18" charset="0"/>
              </a:rPr>
              <a:t>Time-consuming: Manual checking is slow and not scalable.</a:t>
            </a:r>
          </a:p>
          <a:p>
            <a:pPr>
              <a:lnSpc>
                <a:spcPct val="170000"/>
              </a:lnSpc>
            </a:pPr>
            <a:r>
              <a:rPr lang="en-US" sz="8800" dirty="0">
                <a:latin typeface="Times New Roman" panose="02020603050405020304" pitchFamily="18" charset="0"/>
                <a:cs typeface="Times New Roman" panose="02020603050405020304" pitchFamily="18" charset="0"/>
              </a:rPr>
              <a:t>Low Accuracy: Rule-based systems fail when spammers adapt.</a:t>
            </a:r>
          </a:p>
          <a:p>
            <a:pPr>
              <a:lnSpc>
                <a:spcPct val="170000"/>
              </a:lnSpc>
            </a:pPr>
            <a:r>
              <a:rPr lang="en-US" sz="8800" dirty="0">
                <a:latin typeface="Times New Roman" panose="02020603050405020304" pitchFamily="18" charset="0"/>
                <a:cs typeface="Times New Roman" panose="02020603050405020304" pitchFamily="18" charset="0"/>
              </a:rPr>
              <a:t>Easily Manipulated: Fake reviewers can bypass keyword filters.</a:t>
            </a:r>
          </a:p>
          <a:p>
            <a:pPr>
              <a:lnSpc>
                <a:spcPct val="170000"/>
              </a:lnSpc>
            </a:pPr>
            <a:r>
              <a:rPr lang="en-US" sz="8800" dirty="0">
                <a:latin typeface="Times New Roman" panose="02020603050405020304" pitchFamily="18" charset="0"/>
                <a:cs typeface="Times New Roman" panose="02020603050405020304" pitchFamily="18" charset="0"/>
              </a:rPr>
              <a:t>Scalability Issues: Cannot handle millions of reviews on big platforms (Amazon, Flipkart, etc.).</a:t>
            </a:r>
          </a:p>
          <a:p>
            <a:pPr>
              <a:lnSpc>
                <a:spcPct val="170000"/>
              </a:lnSpc>
            </a:pPr>
            <a:r>
              <a:rPr lang="en-US" sz="8800" dirty="0">
                <a:latin typeface="Times New Roman" panose="02020603050405020304" pitchFamily="18" charset="0"/>
                <a:cs typeface="Times New Roman" panose="02020603050405020304" pitchFamily="18" charset="0"/>
              </a:rPr>
              <a:t>Reactive, not Proactive: Works after fake reviews are posted, not before.</a:t>
            </a:r>
          </a:p>
          <a:p>
            <a:endParaRPr lang="en-IN" dirty="0"/>
          </a:p>
        </p:txBody>
      </p:sp>
      <p:sp>
        <p:nvSpPr>
          <p:cNvPr id="5" name="Freeform 3">
            <a:extLst>
              <a:ext uri="{FF2B5EF4-FFF2-40B4-BE49-F238E27FC236}">
                <a16:creationId xmlns:a16="http://schemas.microsoft.com/office/drawing/2014/main" id="{76B70C36-5F3E-2647-4F2B-2B7437EED066}"/>
              </a:ext>
            </a:extLst>
          </p:cNvPr>
          <p:cNvSpPr/>
          <p:nvPr/>
        </p:nvSpPr>
        <p:spPr>
          <a:xfrm>
            <a:off x="0" y="0"/>
            <a:ext cx="18288000" cy="10287000"/>
          </a:xfrm>
          <a:custGeom>
            <a:avLst/>
            <a:gdLst/>
            <a:ahLst/>
            <a:cxnLst/>
            <a:rect l="l" t="t" r="r" b="b"/>
            <a:pathLst>
              <a:path w="18288000" h="11430000">
                <a:moveTo>
                  <a:pt x="0" y="0"/>
                </a:moveTo>
                <a:lnTo>
                  <a:pt x="18288000" y="0"/>
                </a:lnTo>
                <a:lnTo>
                  <a:pt x="18288000" y="11430000"/>
                </a:lnTo>
                <a:lnTo>
                  <a:pt x="0" y="11430000"/>
                </a:lnTo>
                <a:lnTo>
                  <a:pt x="0" y="0"/>
                </a:lnTo>
                <a:close/>
              </a:path>
            </a:pathLst>
          </a:custGeom>
          <a:blipFill>
            <a:blip r:embed="rId2">
              <a:alphaModFix amt="18000"/>
            </a:blip>
            <a:stretch>
              <a:fillRect/>
            </a:stretch>
          </a:blipFill>
        </p:spPr>
      </p:sp>
    </p:spTree>
    <p:extLst>
      <p:ext uri="{BB962C8B-B14F-4D97-AF65-F5344CB8AC3E}">
        <p14:creationId xmlns:p14="http://schemas.microsoft.com/office/powerpoint/2010/main" val="2063083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27AEA-A322-71CF-40CC-A22249F555BF}"/>
              </a:ext>
            </a:extLst>
          </p:cNvPr>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Proposed System</a:t>
            </a:r>
          </a:p>
        </p:txBody>
      </p:sp>
      <p:pic>
        <p:nvPicPr>
          <p:cNvPr id="4" name="Content Placeholder 3">
            <a:extLst>
              <a:ext uri="{FF2B5EF4-FFF2-40B4-BE49-F238E27FC236}">
                <a16:creationId xmlns:a16="http://schemas.microsoft.com/office/drawing/2014/main" id="{EAD19341-7724-F1E8-28C4-8EBB777B863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67200" y="1581150"/>
            <a:ext cx="6384865" cy="7124700"/>
          </a:xfrm>
          <a:prstGeom prst="rect">
            <a:avLst/>
          </a:prstGeom>
          <a:noFill/>
          <a:ln>
            <a:noFill/>
          </a:ln>
        </p:spPr>
      </p:pic>
      <p:sp>
        <p:nvSpPr>
          <p:cNvPr id="5" name="Freeform 3">
            <a:extLst>
              <a:ext uri="{FF2B5EF4-FFF2-40B4-BE49-F238E27FC236}">
                <a16:creationId xmlns:a16="http://schemas.microsoft.com/office/drawing/2014/main" id="{FB810FA7-262F-8935-04BF-E6302C7117F0}"/>
              </a:ext>
            </a:extLst>
          </p:cNvPr>
          <p:cNvSpPr/>
          <p:nvPr/>
        </p:nvSpPr>
        <p:spPr>
          <a:xfrm>
            <a:off x="0" y="0"/>
            <a:ext cx="18288000" cy="10287000"/>
          </a:xfrm>
          <a:custGeom>
            <a:avLst/>
            <a:gdLst/>
            <a:ahLst/>
            <a:cxnLst/>
            <a:rect l="l" t="t" r="r" b="b"/>
            <a:pathLst>
              <a:path w="18288000" h="11430000">
                <a:moveTo>
                  <a:pt x="0" y="0"/>
                </a:moveTo>
                <a:lnTo>
                  <a:pt x="18288000" y="0"/>
                </a:lnTo>
                <a:lnTo>
                  <a:pt x="18288000" y="11430000"/>
                </a:lnTo>
                <a:lnTo>
                  <a:pt x="0" y="11430000"/>
                </a:lnTo>
                <a:lnTo>
                  <a:pt x="0" y="0"/>
                </a:lnTo>
                <a:close/>
              </a:path>
            </a:pathLst>
          </a:custGeom>
          <a:blipFill>
            <a:blip r:embed="rId3">
              <a:alphaModFix amt="18000"/>
            </a:blip>
            <a:stretch>
              <a:fillRect/>
            </a:stretch>
          </a:blipFill>
        </p:spPr>
      </p:sp>
      <p:sp>
        <p:nvSpPr>
          <p:cNvPr id="6" name="Freeform 8">
            <a:extLst>
              <a:ext uri="{FF2B5EF4-FFF2-40B4-BE49-F238E27FC236}">
                <a16:creationId xmlns:a16="http://schemas.microsoft.com/office/drawing/2014/main" id="{FC37C338-BFE9-C97F-B2A1-F93296E1B1B2}"/>
              </a:ext>
            </a:extLst>
          </p:cNvPr>
          <p:cNvSpPr/>
          <p:nvPr/>
        </p:nvSpPr>
        <p:spPr>
          <a:xfrm>
            <a:off x="15517368" y="1021185"/>
            <a:ext cx="1804025" cy="575453"/>
          </a:xfrm>
          <a:custGeom>
            <a:avLst/>
            <a:gdLst/>
            <a:ahLst/>
            <a:cxnLst/>
            <a:rect l="l" t="t" r="r" b="b"/>
            <a:pathLst>
              <a:path w="1804025" h="575453">
                <a:moveTo>
                  <a:pt x="0" y="0"/>
                </a:moveTo>
                <a:lnTo>
                  <a:pt x="1804025" y="0"/>
                </a:lnTo>
                <a:lnTo>
                  <a:pt x="1804025" y="575453"/>
                </a:lnTo>
                <a:lnTo>
                  <a:pt x="0" y="5754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extLst>
      <p:ext uri="{BB962C8B-B14F-4D97-AF65-F5344CB8AC3E}">
        <p14:creationId xmlns:p14="http://schemas.microsoft.com/office/powerpoint/2010/main" val="1347965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0999"/>
              <a:extLst>
                <a:ext uri="{96DAC541-7B7A-43D3-8B79-37D633B846F1}">
                  <asvg:svgBlip xmlns:asvg="http://schemas.microsoft.com/office/drawing/2016/SVG/main" xmlns="" r:embed="rId3"/>
                </a:ext>
              </a:extLst>
            </a:blip>
            <a:stretch>
              <a:fillRect/>
            </a:stretch>
          </a:blipFill>
        </p:spPr>
      </p:sp>
      <p:sp>
        <p:nvSpPr>
          <p:cNvPr id="4" name="Freeform 4"/>
          <p:cNvSpPr/>
          <p:nvPr/>
        </p:nvSpPr>
        <p:spPr>
          <a:xfrm>
            <a:off x="1611782" y="3319653"/>
            <a:ext cx="7030307" cy="4728896"/>
          </a:xfrm>
          <a:custGeom>
            <a:avLst/>
            <a:gdLst/>
            <a:ahLst/>
            <a:cxnLst/>
            <a:rect l="l" t="t" r="r" b="b"/>
            <a:pathLst>
              <a:path w="7030307" h="4728896">
                <a:moveTo>
                  <a:pt x="0" y="0"/>
                </a:moveTo>
                <a:lnTo>
                  <a:pt x="7030308" y="0"/>
                </a:lnTo>
                <a:lnTo>
                  <a:pt x="7030308" y="4728896"/>
                </a:lnTo>
                <a:lnTo>
                  <a:pt x="0" y="472889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a:off x="1712633" y="8951728"/>
            <a:ext cx="2860615" cy="611629"/>
          </a:xfrm>
          <a:custGeom>
            <a:avLst/>
            <a:gdLst/>
            <a:ahLst/>
            <a:cxnLst/>
            <a:rect l="l" t="t" r="r" b="b"/>
            <a:pathLst>
              <a:path w="2860615" h="611629">
                <a:moveTo>
                  <a:pt x="0" y="0"/>
                </a:moveTo>
                <a:lnTo>
                  <a:pt x="2860615" y="0"/>
                </a:lnTo>
                <a:lnTo>
                  <a:pt x="2860615" y="611629"/>
                </a:lnTo>
                <a:lnTo>
                  <a:pt x="0" y="611629"/>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6" name="Freeform 6"/>
          <p:cNvSpPr/>
          <p:nvPr/>
        </p:nvSpPr>
        <p:spPr>
          <a:xfrm>
            <a:off x="15517368" y="1021185"/>
            <a:ext cx="1804025" cy="575453"/>
          </a:xfrm>
          <a:custGeom>
            <a:avLst/>
            <a:gdLst/>
            <a:ahLst/>
            <a:cxnLst/>
            <a:rect l="l" t="t" r="r" b="b"/>
            <a:pathLst>
              <a:path w="1804025" h="575453">
                <a:moveTo>
                  <a:pt x="0" y="0"/>
                </a:moveTo>
                <a:lnTo>
                  <a:pt x="1804025" y="0"/>
                </a:lnTo>
                <a:lnTo>
                  <a:pt x="1804025" y="575453"/>
                </a:lnTo>
                <a:lnTo>
                  <a:pt x="0" y="575453"/>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2032730" y="3908288"/>
            <a:ext cx="6385074" cy="3429933"/>
          </a:xfrm>
          <a:custGeom>
            <a:avLst/>
            <a:gdLst/>
            <a:ahLst/>
            <a:cxnLst/>
            <a:rect l="l" t="t" r="r" b="b"/>
            <a:pathLst>
              <a:path w="6385074" h="3429933">
                <a:moveTo>
                  <a:pt x="0" y="0"/>
                </a:moveTo>
                <a:lnTo>
                  <a:pt x="6385074" y="0"/>
                </a:lnTo>
                <a:lnTo>
                  <a:pt x="6385074" y="3429934"/>
                </a:lnTo>
                <a:lnTo>
                  <a:pt x="0" y="3429934"/>
                </a:lnTo>
                <a:lnTo>
                  <a:pt x="0" y="0"/>
                </a:lnTo>
                <a:close/>
              </a:path>
            </a:pathLst>
          </a:custGeom>
          <a:blipFill>
            <a:blip r:embed="rId10"/>
            <a:stretch>
              <a:fillRect t="-12013" r="-91" b="-12205"/>
            </a:stretch>
          </a:blipFill>
        </p:spPr>
      </p:sp>
      <p:sp>
        <p:nvSpPr>
          <p:cNvPr id="8" name="Freeform 8"/>
          <p:cNvSpPr/>
          <p:nvPr/>
        </p:nvSpPr>
        <p:spPr>
          <a:xfrm>
            <a:off x="1475232" y="1316736"/>
            <a:ext cx="5943600" cy="1728216"/>
          </a:xfrm>
          <a:custGeom>
            <a:avLst/>
            <a:gdLst/>
            <a:ahLst/>
            <a:cxnLst/>
            <a:rect l="l" t="t" r="r" b="b"/>
            <a:pathLst>
              <a:path w="5943600" h="1728216">
                <a:moveTo>
                  <a:pt x="0" y="0"/>
                </a:moveTo>
                <a:lnTo>
                  <a:pt x="5943600" y="0"/>
                </a:lnTo>
                <a:lnTo>
                  <a:pt x="5943600" y="1728216"/>
                </a:lnTo>
                <a:lnTo>
                  <a:pt x="0" y="1728216"/>
                </a:lnTo>
                <a:lnTo>
                  <a:pt x="0" y="0"/>
                </a:lnTo>
                <a:close/>
              </a:path>
            </a:pathLst>
          </a:custGeom>
          <a:blipFill>
            <a:blip r:embed="rId11"/>
            <a:stretch>
              <a:fillRect/>
            </a:stretch>
          </a:blipFill>
        </p:spPr>
      </p:sp>
      <p:grpSp>
        <p:nvGrpSpPr>
          <p:cNvPr id="9" name="Group 9"/>
          <p:cNvGrpSpPr>
            <a:grpSpLocks noChangeAspect="1"/>
          </p:cNvGrpSpPr>
          <p:nvPr/>
        </p:nvGrpSpPr>
        <p:grpSpPr>
          <a:xfrm>
            <a:off x="10299935" y="1914525"/>
            <a:ext cx="104775" cy="104775"/>
            <a:chOff x="0" y="0"/>
            <a:chExt cx="104775" cy="104775"/>
          </a:xfrm>
        </p:grpSpPr>
        <p:sp>
          <p:nvSpPr>
            <p:cNvPr id="10" name="Freeform 10"/>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11" name="Group 11"/>
          <p:cNvGrpSpPr>
            <a:grpSpLocks noChangeAspect="1"/>
          </p:cNvGrpSpPr>
          <p:nvPr/>
        </p:nvGrpSpPr>
        <p:grpSpPr>
          <a:xfrm>
            <a:off x="10299935" y="2400300"/>
            <a:ext cx="104775" cy="104775"/>
            <a:chOff x="0" y="0"/>
            <a:chExt cx="104775" cy="104775"/>
          </a:xfrm>
        </p:grpSpPr>
        <p:sp>
          <p:nvSpPr>
            <p:cNvPr id="12" name="Freeform 12"/>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13" name="Group 13"/>
          <p:cNvGrpSpPr>
            <a:grpSpLocks noChangeAspect="1"/>
          </p:cNvGrpSpPr>
          <p:nvPr/>
        </p:nvGrpSpPr>
        <p:grpSpPr>
          <a:xfrm>
            <a:off x="10299935" y="2886075"/>
            <a:ext cx="104775" cy="104775"/>
            <a:chOff x="0" y="0"/>
            <a:chExt cx="104775" cy="104775"/>
          </a:xfrm>
        </p:grpSpPr>
        <p:sp>
          <p:nvSpPr>
            <p:cNvPr id="14" name="Freeform 14"/>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15" name="Group 15"/>
          <p:cNvGrpSpPr>
            <a:grpSpLocks noChangeAspect="1"/>
          </p:cNvGrpSpPr>
          <p:nvPr/>
        </p:nvGrpSpPr>
        <p:grpSpPr>
          <a:xfrm>
            <a:off x="10299935" y="3371850"/>
            <a:ext cx="104775" cy="104775"/>
            <a:chOff x="0" y="0"/>
            <a:chExt cx="104775" cy="104775"/>
          </a:xfrm>
        </p:grpSpPr>
        <p:sp>
          <p:nvSpPr>
            <p:cNvPr id="16" name="Freeform 16"/>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17" name="Group 17"/>
          <p:cNvGrpSpPr>
            <a:grpSpLocks noChangeAspect="1"/>
          </p:cNvGrpSpPr>
          <p:nvPr/>
        </p:nvGrpSpPr>
        <p:grpSpPr>
          <a:xfrm>
            <a:off x="10299935" y="5314950"/>
            <a:ext cx="104775" cy="104775"/>
            <a:chOff x="0" y="0"/>
            <a:chExt cx="104775" cy="104775"/>
          </a:xfrm>
        </p:grpSpPr>
        <p:sp>
          <p:nvSpPr>
            <p:cNvPr id="18" name="Freeform 18"/>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19" name="Group 19"/>
          <p:cNvGrpSpPr>
            <a:grpSpLocks noChangeAspect="1"/>
          </p:cNvGrpSpPr>
          <p:nvPr/>
        </p:nvGrpSpPr>
        <p:grpSpPr>
          <a:xfrm>
            <a:off x="10299935" y="5800725"/>
            <a:ext cx="104775" cy="104775"/>
            <a:chOff x="0" y="0"/>
            <a:chExt cx="104775" cy="104775"/>
          </a:xfrm>
        </p:grpSpPr>
        <p:sp>
          <p:nvSpPr>
            <p:cNvPr id="20" name="Freeform 20"/>
            <p:cNvSpPr/>
            <p:nvPr/>
          </p:nvSpPr>
          <p:spPr>
            <a:xfrm>
              <a:off x="0" y="254"/>
              <a:ext cx="104775" cy="104267"/>
            </a:xfrm>
            <a:custGeom>
              <a:avLst/>
              <a:gdLst/>
              <a:ahLst/>
              <a:cxnLst/>
              <a:rect l="l" t="t" r="r" b="b"/>
              <a:pathLst>
                <a:path w="104775" h="104267">
                  <a:moveTo>
                    <a:pt x="104775" y="52070"/>
                  </a:moveTo>
                  <a:cubicBezTo>
                    <a:pt x="104775" y="55499"/>
                    <a:pt x="104394" y="58928"/>
                    <a:pt x="103759" y="62230"/>
                  </a:cubicBezTo>
                  <a:cubicBezTo>
                    <a:pt x="103124" y="65532"/>
                    <a:pt x="102108" y="68834"/>
                    <a:pt x="100838" y="72009"/>
                  </a:cubicBezTo>
                  <a:cubicBezTo>
                    <a:pt x="99568" y="75184"/>
                    <a:pt x="97917" y="78232"/>
                    <a:pt x="96012" y="81026"/>
                  </a:cubicBezTo>
                  <a:cubicBezTo>
                    <a:pt x="94107" y="83820"/>
                    <a:pt x="91948" y="86487"/>
                    <a:pt x="89535" y="89027"/>
                  </a:cubicBezTo>
                  <a:cubicBezTo>
                    <a:pt x="87122" y="91567"/>
                    <a:pt x="84455" y="93599"/>
                    <a:pt x="81534" y="95504"/>
                  </a:cubicBezTo>
                  <a:cubicBezTo>
                    <a:pt x="78613" y="97409"/>
                    <a:pt x="75692" y="99060"/>
                    <a:pt x="72517" y="100330"/>
                  </a:cubicBezTo>
                  <a:cubicBezTo>
                    <a:pt x="69342" y="101600"/>
                    <a:pt x="66040" y="102616"/>
                    <a:pt x="62738" y="103251"/>
                  </a:cubicBezTo>
                  <a:cubicBezTo>
                    <a:pt x="59436" y="103886"/>
                    <a:pt x="56007" y="104267"/>
                    <a:pt x="52578" y="104267"/>
                  </a:cubicBezTo>
                  <a:cubicBezTo>
                    <a:pt x="49149" y="104267"/>
                    <a:pt x="45720" y="103886"/>
                    <a:pt x="42418" y="103251"/>
                  </a:cubicBezTo>
                  <a:cubicBezTo>
                    <a:pt x="39116" y="102616"/>
                    <a:pt x="35814" y="101600"/>
                    <a:pt x="32639" y="100330"/>
                  </a:cubicBezTo>
                  <a:cubicBezTo>
                    <a:pt x="29464" y="99060"/>
                    <a:pt x="26416" y="97409"/>
                    <a:pt x="23622" y="95504"/>
                  </a:cubicBezTo>
                  <a:cubicBezTo>
                    <a:pt x="20828" y="93599"/>
                    <a:pt x="18161" y="91440"/>
                    <a:pt x="15621" y="89027"/>
                  </a:cubicBezTo>
                  <a:cubicBezTo>
                    <a:pt x="13081" y="86614"/>
                    <a:pt x="11049" y="83947"/>
                    <a:pt x="9144" y="81026"/>
                  </a:cubicBezTo>
                  <a:cubicBezTo>
                    <a:pt x="7239" y="78105"/>
                    <a:pt x="5334" y="75311"/>
                    <a:pt x="3937" y="72136"/>
                  </a:cubicBezTo>
                  <a:cubicBezTo>
                    <a:pt x="2540" y="68961"/>
                    <a:pt x="1651" y="65786"/>
                    <a:pt x="1016" y="62357"/>
                  </a:cubicBezTo>
                  <a:cubicBezTo>
                    <a:pt x="381" y="58928"/>
                    <a:pt x="0" y="55626"/>
                    <a:pt x="0" y="52070"/>
                  </a:cubicBezTo>
                  <a:cubicBezTo>
                    <a:pt x="0" y="48514"/>
                    <a:pt x="381" y="45212"/>
                    <a:pt x="1016" y="41910"/>
                  </a:cubicBezTo>
                  <a:cubicBezTo>
                    <a:pt x="1651" y="38608"/>
                    <a:pt x="2667" y="35306"/>
                    <a:pt x="3937" y="32131"/>
                  </a:cubicBezTo>
                  <a:cubicBezTo>
                    <a:pt x="5207" y="28956"/>
                    <a:pt x="6858" y="25908"/>
                    <a:pt x="8763" y="23114"/>
                  </a:cubicBezTo>
                  <a:cubicBezTo>
                    <a:pt x="10668" y="20320"/>
                    <a:pt x="12827" y="17653"/>
                    <a:pt x="15240" y="15240"/>
                  </a:cubicBezTo>
                  <a:cubicBezTo>
                    <a:pt x="17653" y="12827"/>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21" name="Group 21"/>
          <p:cNvGrpSpPr>
            <a:grpSpLocks noChangeAspect="1"/>
          </p:cNvGrpSpPr>
          <p:nvPr/>
        </p:nvGrpSpPr>
        <p:grpSpPr>
          <a:xfrm>
            <a:off x="10299935" y="6286500"/>
            <a:ext cx="104775" cy="104775"/>
            <a:chOff x="0" y="0"/>
            <a:chExt cx="104775" cy="104775"/>
          </a:xfrm>
        </p:grpSpPr>
        <p:sp>
          <p:nvSpPr>
            <p:cNvPr id="22" name="Freeform 22"/>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23" name="Group 23"/>
          <p:cNvGrpSpPr>
            <a:grpSpLocks noChangeAspect="1"/>
          </p:cNvGrpSpPr>
          <p:nvPr/>
        </p:nvGrpSpPr>
        <p:grpSpPr>
          <a:xfrm>
            <a:off x="10299935" y="6772275"/>
            <a:ext cx="104775" cy="104775"/>
            <a:chOff x="0" y="0"/>
            <a:chExt cx="104775" cy="104775"/>
          </a:xfrm>
        </p:grpSpPr>
        <p:sp>
          <p:nvSpPr>
            <p:cNvPr id="24" name="Freeform 24"/>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25" name="Group 25"/>
          <p:cNvGrpSpPr>
            <a:grpSpLocks noChangeAspect="1"/>
          </p:cNvGrpSpPr>
          <p:nvPr/>
        </p:nvGrpSpPr>
        <p:grpSpPr>
          <a:xfrm>
            <a:off x="10299935" y="7258050"/>
            <a:ext cx="104775" cy="104775"/>
            <a:chOff x="0" y="0"/>
            <a:chExt cx="104775" cy="104775"/>
          </a:xfrm>
        </p:grpSpPr>
        <p:sp>
          <p:nvSpPr>
            <p:cNvPr id="26" name="Freeform 26"/>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27" name="Group 27"/>
          <p:cNvGrpSpPr>
            <a:grpSpLocks noChangeAspect="1"/>
          </p:cNvGrpSpPr>
          <p:nvPr/>
        </p:nvGrpSpPr>
        <p:grpSpPr>
          <a:xfrm>
            <a:off x="10299935" y="8229600"/>
            <a:ext cx="104775" cy="104775"/>
            <a:chOff x="0" y="0"/>
            <a:chExt cx="104775" cy="104775"/>
          </a:xfrm>
        </p:grpSpPr>
        <p:sp>
          <p:nvSpPr>
            <p:cNvPr id="28" name="Freeform 28"/>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29" name="Group 29"/>
          <p:cNvGrpSpPr>
            <a:grpSpLocks noChangeAspect="1"/>
          </p:cNvGrpSpPr>
          <p:nvPr/>
        </p:nvGrpSpPr>
        <p:grpSpPr>
          <a:xfrm>
            <a:off x="10299935" y="8715375"/>
            <a:ext cx="104775" cy="104775"/>
            <a:chOff x="0" y="0"/>
            <a:chExt cx="104775" cy="104775"/>
          </a:xfrm>
        </p:grpSpPr>
        <p:sp>
          <p:nvSpPr>
            <p:cNvPr id="30" name="Freeform 30"/>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31" name="Group 31"/>
          <p:cNvGrpSpPr>
            <a:grpSpLocks noChangeAspect="1"/>
          </p:cNvGrpSpPr>
          <p:nvPr/>
        </p:nvGrpSpPr>
        <p:grpSpPr>
          <a:xfrm>
            <a:off x="10299935" y="9201150"/>
            <a:ext cx="104775" cy="104775"/>
            <a:chOff x="0" y="0"/>
            <a:chExt cx="104775" cy="104775"/>
          </a:xfrm>
        </p:grpSpPr>
        <p:sp>
          <p:nvSpPr>
            <p:cNvPr id="32" name="Freeform 32"/>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sp>
        <p:nvSpPr>
          <p:cNvPr id="33" name="TextBox 33"/>
          <p:cNvSpPr txBox="1"/>
          <p:nvPr/>
        </p:nvSpPr>
        <p:spPr>
          <a:xfrm>
            <a:off x="9144000" y="1219524"/>
            <a:ext cx="5352145" cy="487313"/>
          </a:xfrm>
          <a:prstGeom prst="rect">
            <a:avLst/>
          </a:prstGeom>
        </p:spPr>
        <p:txBody>
          <a:bodyPr wrap="square" lIns="0" tIns="0" rIns="0" bIns="0" rtlCol="0" anchor="t">
            <a:spAutoFit/>
          </a:bodyPr>
          <a:lstStyle/>
          <a:p>
            <a:pPr algn="l">
              <a:lnSpc>
                <a:spcPts val="3824"/>
              </a:lnSpc>
            </a:pPr>
            <a:r>
              <a:rPr lang="en-US" sz="3577" b="1" dirty="0">
                <a:latin typeface="Times New Roman Bold"/>
                <a:ea typeface="Times New Roman Bold"/>
                <a:cs typeface="Times New Roman Bold"/>
                <a:sym typeface="Times New Roman Bold"/>
              </a:rPr>
              <a:t>Hardware Requirements</a:t>
            </a:r>
          </a:p>
        </p:txBody>
      </p:sp>
      <p:sp>
        <p:nvSpPr>
          <p:cNvPr id="34" name="TextBox 34"/>
          <p:cNvSpPr txBox="1"/>
          <p:nvPr/>
        </p:nvSpPr>
        <p:spPr>
          <a:xfrm>
            <a:off x="10577055" y="1731197"/>
            <a:ext cx="7007581" cy="2703625"/>
          </a:xfrm>
          <a:prstGeom prst="rect">
            <a:avLst/>
          </a:prstGeom>
        </p:spPr>
        <p:txBody>
          <a:bodyPr lIns="0" tIns="0" rIns="0" bIns="0" rtlCol="0" anchor="t">
            <a:spAutoFit/>
          </a:bodyPr>
          <a:lstStyle/>
          <a:p>
            <a:pPr algn="l">
              <a:lnSpc>
                <a:spcPct val="150000"/>
              </a:lnSpc>
            </a:pPr>
            <a:r>
              <a:rPr lang="en-US" sz="2400" dirty="0">
                <a:latin typeface="Times New Roman"/>
                <a:ea typeface="Times New Roman"/>
                <a:cs typeface="Times New Roman"/>
                <a:sym typeface="Times New Roman"/>
              </a:rPr>
              <a:t>Processor: Intel Core i5 or higher </a:t>
            </a:r>
          </a:p>
          <a:p>
            <a:pPr algn="l">
              <a:lnSpc>
                <a:spcPct val="150000"/>
              </a:lnSpc>
            </a:pPr>
            <a:r>
              <a:rPr lang="en-US" sz="2400" dirty="0">
                <a:latin typeface="Times New Roman"/>
                <a:ea typeface="Times New Roman"/>
                <a:cs typeface="Times New Roman"/>
                <a:sym typeface="Times New Roman"/>
              </a:rPr>
              <a:t>RAM: 8 GB minimum</a:t>
            </a:r>
          </a:p>
          <a:p>
            <a:pPr algn="l">
              <a:lnSpc>
                <a:spcPct val="150000"/>
              </a:lnSpc>
            </a:pPr>
            <a:r>
              <a:rPr lang="en-US" sz="2400" dirty="0">
                <a:latin typeface="Times New Roman"/>
                <a:ea typeface="Times New Roman"/>
                <a:cs typeface="Times New Roman"/>
                <a:sym typeface="Times New Roman"/>
              </a:rPr>
              <a:t> Storage: 250 GB HDD/SSD</a:t>
            </a:r>
          </a:p>
          <a:p>
            <a:pPr algn="l">
              <a:lnSpc>
                <a:spcPct val="150000"/>
              </a:lnSpc>
            </a:pPr>
            <a:r>
              <a:rPr lang="en-US" sz="2400" dirty="0">
                <a:latin typeface="Times New Roman"/>
                <a:ea typeface="Times New Roman"/>
                <a:cs typeface="Times New Roman"/>
                <a:sym typeface="Times New Roman"/>
              </a:rPr>
              <a:t> Internet Connectivity: Required for deployment and testing</a:t>
            </a:r>
          </a:p>
        </p:txBody>
      </p:sp>
      <p:sp>
        <p:nvSpPr>
          <p:cNvPr id="35" name="TextBox 35"/>
          <p:cNvSpPr txBox="1"/>
          <p:nvPr/>
        </p:nvSpPr>
        <p:spPr>
          <a:xfrm>
            <a:off x="9804635" y="4619949"/>
            <a:ext cx="4836357" cy="487313"/>
          </a:xfrm>
          <a:prstGeom prst="rect">
            <a:avLst/>
          </a:prstGeom>
        </p:spPr>
        <p:txBody>
          <a:bodyPr lIns="0" tIns="0" rIns="0" bIns="0" rtlCol="0" anchor="t">
            <a:spAutoFit/>
          </a:bodyPr>
          <a:lstStyle/>
          <a:p>
            <a:pPr algn="l">
              <a:lnSpc>
                <a:spcPts val="3824"/>
              </a:lnSpc>
            </a:pPr>
            <a:r>
              <a:rPr lang="en-US" sz="3577" dirty="0">
                <a:latin typeface="Times New Roman"/>
                <a:ea typeface="Times New Roman"/>
                <a:cs typeface="Times New Roman"/>
                <a:sym typeface="Times New Roman"/>
              </a:rPr>
              <a:t> </a:t>
            </a:r>
            <a:r>
              <a:rPr lang="en-US" sz="3577" b="1" dirty="0">
                <a:latin typeface="Times New Roman Bold"/>
                <a:ea typeface="Times New Roman Bold"/>
                <a:cs typeface="Times New Roman Bold"/>
                <a:sym typeface="Times New Roman Bold"/>
              </a:rPr>
              <a:t>Software Requirements</a:t>
            </a:r>
          </a:p>
        </p:txBody>
      </p:sp>
      <p:sp>
        <p:nvSpPr>
          <p:cNvPr id="36" name="TextBox 36"/>
          <p:cNvSpPr txBox="1"/>
          <p:nvPr/>
        </p:nvSpPr>
        <p:spPr>
          <a:xfrm>
            <a:off x="10577055" y="5131622"/>
            <a:ext cx="7220226" cy="3811621"/>
          </a:xfrm>
          <a:prstGeom prst="rect">
            <a:avLst/>
          </a:prstGeom>
        </p:spPr>
        <p:txBody>
          <a:bodyPr lIns="0" tIns="0" rIns="0" bIns="0" rtlCol="0" anchor="t">
            <a:spAutoFit/>
          </a:bodyPr>
          <a:lstStyle/>
          <a:p>
            <a:pPr algn="l">
              <a:lnSpc>
                <a:spcPct val="150000"/>
              </a:lnSpc>
            </a:pPr>
            <a:r>
              <a:rPr lang="en-US" sz="2400" dirty="0">
                <a:latin typeface="Times New Roman"/>
                <a:ea typeface="Times New Roman"/>
                <a:cs typeface="Times New Roman"/>
                <a:sym typeface="Times New Roman"/>
              </a:rPr>
              <a:t>Operating System: Windows/Linux Programming Language: Python </a:t>
            </a:r>
          </a:p>
          <a:p>
            <a:pPr algn="l">
              <a:lnSpc>
                <a:spcPct val="150000"/>
              </a:lnSpc>
            </a:pPr>
            <a:r>
              <a:rPr lang="en-US" sz="2400" dirty="0">
                <a:latin typeface="Times New Roman"/>
                <a:ea typeface="Times New Roman"/>
                <a:cs typeface="Times New Roman"/>
                <a:sym typeface="Times New Roman"/>
              </a:rPr>
              <a:t>Web Framework: Flask</a:t>
            </a:r>
          </a:p>
          <a:p>
            <a:pPr algn="l">
              <a:lnSpc>
                <a:spcPct val="150000"/>
              </a:lnSpc>
            </a:pPr>
            <a:r>
              <a:rPr lang="en-US" sz="2400" dirty="0">
                <a:latin typeface="Times New Roman"/>
                <a:ea typeface="Times New Roman"/>
                <a:cs typeface="Times New Roman"/>
                <a:sym typeface="Times New Roman"/>
              </a:rPr>
              <a:t> Frontend: HTML, CSS, JavaScript Libraries/Tools: scikit-learn, NLTK, </a:t>
            </a:r>
            <a:r>
              <a:rPr lang="en-US" sz="2400" dirty="0" err="1">
                <a:latin typeface="Times New Roman"/>
                <a:ea typeface="Times New Roman"/>
                <a:cs typeface="Times New Roman"/>
                <a:sym typeface="Times New Roman"/>
              </a:rPr>
              <a:t>spaCy</a:t>
            </a:r>
            <a:r>
              <a:rPr lang="en-US" sz="2400" dirty="0">
                <a:latin typeface="Times New Roman"/>
                <a:ea typeface="Times New Roman"/>
                <a:cs typeface="Times New Roman"/>
                <a:sym typeface="Times New Roman"/>
              </a:rPr>
              <a:t>, pandas, NumPy Database: MySQL / MongoDB IDE: VS Code / PyCharm Browser: Chrome/Firefox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8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0" y="0"/>
            <a:ext cx="18287999" cy="10287000"/>
          </a:xfrm>
          <a:custGeom>
            <a:avLst/>
            <a:gdLst/>
            <a:ahLst/>
            <a:cxnLst/>
            <a:rect l="l" t="t" r="r" b="b"/>
            <a:pathLst>
              <a:path w="18288000" h="11430000">
                <a:moveTo>
                  <a:pt x="0" y="0"/>
                </a:moveTo>
                <a:lnTo>
                  <a:pt x="18288000" y="0"/>
                </a:lnTo>
                <a:lnTo>
                  <a:pt x="18288000" y="11430000"/>
                </a:lnTo>
                <a:lnTo>
                  <a:pt x="0" y="11430000"/>
                </a:lnTo>
                <a:lnTo>
                  <a:pt x="0" y="0"/>
                </a:lnTo>
                <a:close/>
              </a:path>
            </a:pathLst>
          </a:custGeom>
          <a:blipFill>
            <a:blip r:embed="rId4">
              <a:alphaModFix amt="18000"/>
            </a:blip>
            <a:stretch>
              <a:fillRect/>
            </a:stretch>
          </a:blipFill>
        </p:spPr>
        <p:txBody>
          <a:bodyPr/>
          <a:lstStyle/>
          <a:p>
            <a:endParaRPr lang="en-IN" dirty="0"/>
          </a:p>
        </p:txBody>
      </p:sp>
      <p:sp>
        <p:nvSpPr>
          <p:cNvPr id="4" name="Freeform 4"/>
          <p:cNvSpPr/>
          <p:nvPr/>
        </p:nvSpPr>
        <p:spPr>
          <a:xfrm>
            <a:off x="1712633" y="8951728"/>
            <a:ext cx="2860615" cy="611629"/>
          </a:xfrm>
          <a:custGeom>
            <a:avLst/>
            <a:gdLst/>
            <a:ahLst/>
            <a:cxnLst/>
            <a:rect l="l" t="t" r="r" b="b"/>
            <a:pathLst>
              <a:path w="2860615" h="611629">
                <a:moveTo>
                  <a:pt x="0" y="0"/>
                </a:moveTo>
                <a:lnTo>
                  <a:pt x="2860615" y="0"/>
                </a:lnTo>
                <a:lnTo>
                  <a:pt x="2860615" y="611629"/>
                </a:lnTo>
                <a:lnTo>
                  <a:pt x="0" y="611629"/>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5" name="Freeform 5"/>
          <p:cNvSpPr/>
          <p:nvPr/>
        </p:nvSpPr>
        <p:spPr>
          <a:xfrm>
            <a:off x="15517368" y="1021185"/>
            <a:ext cx="1804025" cy="575453"/>
          </a:xfrm>
          <a:custGeom>
            <a:avLst/>
            <a:gdLst/>
            <a:ahLst/>
            <a:cxnLst/>
            <a:rect l="l" t="t" r="r" b="b"/>
            <a:pathLst>
              <a:path w="1804025" h="575453">
                <a:moveTo>
                  <a:pt x="0" y="0"/>
                </a:moveTo>
                <a:lnTo>
                  <a:pt x="1804025" y="0"/>
                </a:lnTo>
                <a:lnTo>
                  <a:pt x="1804025" y="575453"/>
                </a:lnTo>
                <a:lnTo>
                  <a:pt x="0" y="575453"/>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sp>
        <p:nvSpPr>
          <p:cNvPr id="6" name="Freeform 6"/>
          <p:cNvSpPr/>
          <p:nvPr/>
        </p:nvSpPr>
        <p:spPr>
          <a:xfrm>
            <a:off x="810768" y="816864"/>
            <a:ext cx="944880" cy="1435608"/>
          </a:xfrm>
          <a:custGeom>
            <a:avLst/>
            <a:gdLst/>
            <a:ahLst/>
            <a:cxnLst/>
            <a:rect l="l" t="t" r="r" b="b"/>
            <a:pathLst>
              <a:path w="944880" h="1435608">
                <a:moveTo>
                  <a:pt x="0" y="0"/>
                </a:moveTo>
                <a:lnTo>
                  <a:pt x="944880" y="0"/>
                </a:lnTo>
                <a:lnTo>
                  <a:pt x="944880" y="1435608"/>
                </a:lnTo>
                <a:lnTo>
                  <a:pt x="0" y="1435608"/>
                </a:lnTo>
                <a:lnTo>
                  <a:pt x="0" y="0"/>
                </a:lnTo>
                <a:close/>
              </a:path>
            </a:pathLst>
          </a:custGeom>
          <a:blipFill>
            <a:blip r:embed="rId9"/>
            <a:stretch>
              <a:fillRect/>
            </a:stretch>
          </a:blipFill>
        </p:spPr>
      </p:sp>
      <p:grpSp>
        <p:nvGrpSpPr>
          <p:cNvPr id="7" name="Group 7"/>
          <p:cNvGrpSpPr>
            <a:grpSpLocks noChangeAspect="1"/>
          </p:cNvGrpSpPr>
          <p:nvPr/>
        </p:nvGrpSpPr>
        <p:grpSpPr>
          <a:xfrm>
            <a:off x="881196" y="887397"/>
            <a:ext cx="805691" cy="1294724"/>
            <a:chOff x="0" y="0"/>
            <a:chExt cx="805701" cy="1294714"/>
          </a:xfrm>
        </p:grpSpPr>
        <p:sp>
          <p:nvSpPr>
            <p:cNvPr id="8" name="Freeform 8"/>
            <p:cNvSpPr/>
            <p:nvPr/>
          </p:nvSpPr>
          <p:spPr>
            <a:xfrm>
              <a:off x="-1524" y="0"/>
              <a:ext cx="808609" cy="1294765"/>
            </a:xfrm>
            <a:custGeom>
              <a:avLst/>
              <a:gdLst/>
              <a:ahLst/>
              <a:cxnLst/>
              <a:rect l="l" t="t" r="r" b="b"/>
              <a:pathLst>
                <a:path w="808609" h="1294765">
                  <a:moveTo>
                    <a:pt x="125603" y="1294765"/>
                  </a:moveTo>
                  <a:cubicBezTo>
                    <a:pt x="120523" y="1294765"/>
                    <a:pt x="115443" y="1293368"/>
                    <a:pt x="110744" y="1290828"/>
                  </a:cubicBezTo>
                  <a:cubicBezTo>
                    <a:pt x="97282" y="1283462"/>
                    <a:pt x="91567" y="1268857"/>
                    <a:pt x="96647" y="1254506"/>
                  </a:cubicBezTo>
                  <a:lnTo>
                    <a:pt x="231394" y="855599"/>
                  </a:lnTo>
                  <a:cubicBezTo>
                    <a:pt x="232791" y="851662"/>
                    <a:pt x="231902" y="847471"/>
                    <a:pt x="229743" y="844042"/>
                  </a:cubicBezTo>
                  <a:cubicBezTo>
                    <a:pt x="227584" y="840613"/>
                    <a:pt x="223520" y="838708"/>
                    <a:pt x="219329" y="838708"/>
                  </a:cubicBezTo>
                  <a:lnTo>
                    <a:pt x="32004" y="838708"/>
                  </a:lnTo>
                  <a:cubicBezTo>
                    <a:pt x="21844" y="838708"/>
                    <a:pt x="12319" y="833628"/>
                    <a:pt x="6731" y="825246"/>
                  </a:cubicBezTo>
                  <a:cubicBezTo>
                    <a:pt x="1143" y="816864"/>
                    <a:pt x="0" y="806069"/>
                    <a:pt x="3937" y="796798"/>
                  </a:cubicBezTo>
                  <a:lnTo>
                    <a:pt x="279527" y="118110"/>
                  </a:lnTo>
                  <a:cubicBezTo>
                    <a:pt x="281559" y="113665"/>
                    <a:pt x="286512" y="111379"/>
                    <a:pt x="291084" y="113284"/>
                  </a:cubicBezTo>
                  <a:cubicBezTo>
                    <a:pt x="295656" y="115189"/>
                    <a:pt x="297815" y="120269"/>
                    <a:pt x="295910" y="124841"/>
                  </a:cubicBezTo>
                  <a:lnTo>
                    <a:pt x="20193" y="803910"/>
                  </a:lnTo>
                  <a:cubicBezTo>
                    <a:pt x="18542" y="807847"/>
                    <a:pt x="19050" y="812038"/>
                    <a:pt x="21336" y="815721"/>
                  </a:cubicBezTo>
                  <a:cubicBezTo>
                    <a:pt x="23622" y="819404"/>
                    <a:pt x="27559" y="821309"/>
                    <a:pt x="31750" y="821309"/>
                  </a:cubicBezTo>
                  <a:lnTo>
                    <a:pt x="219075" y="821309"/>
                  </a:lnTo>
                  <a:cubicBezTo>
                    <a:pt x="228981" y="821309"/>
                    <a:pt x="237871" y="825754"/>
                    <a:pt x="243840" y="834009"/>
                  </a:cubicBezTo>
                  <a:cubicBezTo>
                    <a:pt x="249809" y="842264"/>
                    <a:pt x="251206" y="852043"/>
                    <a:pt x="248031" y="861568"/>
                  </a:cubicBezTo>
                  <a:lnTo>
                    <a:pt x="113284" y="1260094"/>
                  </a:lnTo>
                  <a:cubicBezTo>
                    <a:pt x="110744" y="1267460"/>
                    <a:pt x="114681" y="1272794"/>
                    <a:pt x="119253" y="1275334"/>
                  </a:cubicBezTo>
                  <a:cubicBezTo>
                    <a:pt x="123825" y="1277874"/>
                    <a:pt x="130175" y="1278128"/>
                    <a:pt x="135255" y="1272286"/>
                  </a:cubicBezTo>
                  <a:lnTo>
                    <a:pt x="262890" y="1113028"/>
                  </a:lnTo>
                  <a:cubicBezTo>
                    <a:pt x="265938" y="1109091"/>
                    <a:pt x="271653" y="1108583"/>
                    <a:pt x="275209" y="1111631"/>
                  </a:cubicBezTo>
                  <a:cubicBezTo>
                    <a:pt x="279146" y="1114679"/>
                    <a:pt x="279654" y="1120394"/>
                    <a:pt x="276606" y="1123950"/>
                  </a:cubicBezTo>
                  <a:lnTo>
                    <a:pt x="148971" y="1283208"/>
                  </a:lnTo>
                  <a:cubicBezTo>
                    <a:pt x="143002" y="1290828"/>
                    <a:pt x="134366" y="1294765"/>
                    <a:pt x="125603" y="1294765"/>
                  </a:cubicBezTo>
                  <a:close/>
                  <a:moveTo>
                    <a:pt x="319151" y="1071118"/>
                  </a:moveTo>
                  <a:lnTo>
                    <a:pt x="638683" y="672592"/>
                  </a:lnTo>
                  <a:cubicBezTo>
                    <a:pt x="646049" y="663321"/>
                    <a:pt x="647446" y="650875"/>
                    <a:pt x="642366" y="640588"/>
                  </a:cubicBezTo>
                  <a:cubicBezTo>
                    <a:pt x="637286" y="629920"/>
                    <a:pt x="626872" y="623443"/>
                    <a:pt x="615061" y="623443"/>
                  </a:cubicBezTo>
                  <a:lnTo>
                    <a:pt x="498856" y="623443"/>
                  </a:lnTo>
                  <a:cubicBezTo>
                    <a:pt x="494411" y="623443"/>
                    <a:pt x="490093" y="621157"/>
                    <a:pt x="487934" y="617220"/>
                  </a:cubicBezTo>
                  <a:cubicBezTo>
                    <a:pt x="485775" y="613283"/>
                    <a:pt x="485648" y="608457"/>
                    <a:pt x="487934" y="604520"/>
                  </a:cubicBezTo>
                  <a:lnTo>
                    <a:pt x="803275" y="45593"/>
                  </a:lnTo>
                  <a:cubicBezTo>
                    <a:pt x="808609" y="36068"/>
                    <a:pt x="808609" y="24765"/>
                    <a:pt x="803021" y="15240"/>
                  </a:cubicBezTo>
                  <a:cubicBezTo>
                    <a:pt x="797433" y="5715"/>
                    <a:pt x="787781" y="0"/>
                    <a:pt x="776859" y="0"/>
                  </a:cubicBezTo>
                  <a:lnTo>
                    <a:pt x="348107" y="0"/>
                  </a:lnTo>
                  <a:cubicBezTo>
                    <a:pt x="335788" y="0"/>
                    <a:pt x="324739" y="7366"/>
                    <a:pt x="320040" y="18796"/>
                  </a:cubicBezTo>
                  <a:lnTo>
                    <a:pt x="304292" y="57912"/>
                  </a:lnTo>
                  <a:cubicBezTo>
                    <a:pt x="302260" y="62357"/>
                    <a:pt x="304546" y="67818"/>
                    <a:pt x="309118" y="69469"/>
                  </a:cubicBezTo>
                  <a:cubicBezTo>
                    <a:pt x="313563" y="71501"/>
                    <a:pt x="319024" y="69215"/>
                    <a:pt x="320675" y="64643"/>
                  </a:cubicBezTo>
                  <a:lnTo>
                    <a:pt x="336423" y="25527"/>
                  </a:lnTo>
                  <a:cubicBezTo>
                    <a:pt x="338455" y="20701"/>
                    <a:pt x="342900" y="17653"/>
                    <a:pt x="348234" y="17653"/>
                  </a:cubicBezTo>
                  <a:lnTo>
                    <a:pt x="776859" y="17653"/>
                  </a:lnTo>
                  <a:cubicBezTo>
                    <a:pt x="781304" y="17653"/>
                    <a:pt x="785622" y="19939"/>
                    <a:pt x="787781" y="23876"/>
                  </a:cubicBezTo>
                  <a:cubicBezTo>
                    <a:pt x="789940" y="27813"/>
                    <a:pt x="790067" y="32639"/>
                    <a:pt x="787781" y="36576"/>
                  </a:cubicBezTo>
                  <a:lnTo>
                    <a:pt x="472186" y="595757"/>
                  </a:lnTo>
                  <a:cubicBezTo>
                    <a:pt x="466852" y="605282"/>
                    <a:pt x="466852" y="616585"/>
                    <a:pt x="472440" y="626110"/>
                  </a:cubicBezTo>
                  <a:cubicBezTo>
                    <a:pt x="478028" y="635635"/>
                    <a:pt x="487680" y="641350"/>
                    <a:pt x="498602" y="641350"/>
                  </a:cubicBezTo>
                  <a:lnTo>
                    <a:pt x="614807" y="641350"/>
                  </a:lnTo>
                  <a:cubicBezTo>
                    <a:pt x="619887" y="641350"/>
                    <a:pt x="624078" y="644144"/>
                    <a:pt x="626364" y="648335"/>
                  </a:cubicBezTo>
                  <a:cubicBezTo>
                    <a:pt x="628650" y="652780"/>
                    <a:pt x="628015" y="657860"/>
                    <a:pt x="624967" y="661797"/>
                  </a:cubicBezTo>
                  <a:lnTo>
                    <a:pt x="305435" y="1059815"/>
                  </a:lnTo>
                  <a:cubicBezTo>
                    <a:pt x="302387" y="1063752"/>
                    <a:pt x="302895" y="1069086"/>
                    <a:pt x="306832" y="1072134"/>
                  </a:cubicBezTo>
                  <a:cubicBezTo>
                    <a:pt x="308483" y="1073531"/>
                    <a:pt x="310515" y="1074166"/>
                    <a:pt x="312420" y="1074166"/>
                  </a:cubicBezTo>
                  <a:cubicBezTo>
                    <a:pt x="314960" y="1074166"/>
                    <a:pt x="317500" y="1073023"/>
                    <a:pt x="319151" y="1071118"/>
                  </a:cubicBezTo>
                  <a:close/>
                </a:path>
              </a:pathLst>
            </a:custGeom>
            <a:solidFill>
              <a:srgbClr val="00FFFF"/>
            </a:solidFill>
          </p:spPr>
        </p:sp>
      </p:grpSp>
      <p:sp>
        <p:nvSpPr>
          <p:cNvPr id="9" name="Freeform 9"/>
          <p:cNvSpPr/>
          <p:nvPr/>
        </p:nvSpPr>
        <p:spPr>
          <a:xfrm>
            <a:off x="1712976" y="676656"/>
            <a:ext cx="5221224" cy="1743456"/>
          </a:xfrm>
          <a:custGeom>
            <a:avLst/>
            <a:gdLst/>
            <a:ahLst/>
            <a:cxnLst/>
            <a:rect l="l" t="t" r="r" b="b"/>
            <a:pathLst>
              <a:path w="5221224" h="1743456">
                <a:moveTo>
                  <a:pt x="0" y="0"/>
                </a:moveTo>
                <a:lnTo>
                  <a:pt x="5221224" y="0"/>
                </a:lnTo>
                <a:lnTo>
                  <a:pt x="5221224" y="1743456"/>
                </a:lnTo>
                <a:lnTo>
                  <a:pt x="0" y="1743456"/>
                </a:lnTo>
                <a:lnTo>
                  <a:pt x="0" y="0"/>
                </a:lnTo>
                <a:close/>
              </a:path>
            </a:pathLst>
          </a:custGeom>
          <a:blipFill>
            <a:blip r:embed="rId10"/>
            <a:stretch>
              <a:fillRect/>
            </a:stretch>
          </a:blipFill>
        </p:spPr>
      </p:sp>
      <p:grpSp>
        <p:nvGrpSpPr>
          <p:cNvPr id="10" name="Group 10"/>
          <p:cNvGrpSpPr>
            <a:grpSpLocks noChangeAspect="1"/>
          </p:cNvGrpSpPr>
          <p:nvPr/>
        </p:nvGrpSpPr>
        <p:grpSpPr>
          <a:xfrm>
            <a:off x="1485900" y="3359839"/>
            <a:ext cx="104775" cy="104775"/>
            <a:chOff x="0" y="0"/>
            <a:chExt cx="104775" cy="104775"/>
          </a:xfrm>
        </p:grpSpPr>
        <p:sp>
          <p:nvSpPr>
            <p:cNvPr id="11" name="Freeform 11"/>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12" name="Group 12"/>
          <p:cNvGrpSpPr>
            <a:grpSpLocks noChangeAspect="1"/>
          </p:cNvGrpSpPr>
          <p:nvPr/>
        </p:nvGrpSpPr>
        <p:grpSpPr>
          <a:xfrm>
            <a:off x="1485900" y="4559989"/>
            <a:ext cx="104775" cy="104775"/>
            <a:chOff x="0" y="0"/>
            <a:chExt cx="104775" cy="104775"/>
          </a:xfrm>
        </p:grpSpPr>
        <p:sp>
          <p:nvSpPr>
            <p:cNvPr id="13" name="Freeform 13"/>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14" name="Group 14"/>
          <p:cNvGrpSpPr>
            <a:grpSpLocks noChangeAspect="1"/>
          </p:cNvGrpSpPr>
          <p:nvPr/>
        </p:nvGrpSpPr>
        <p:grpSpPr>
          <a:xfrm>
            <a:off x="1485900" y="5160064"/>
            <a:ext cx="104775" cy="104775"/>
            <a:chOff x="0" y="0"/>
            <a:chExt cx="104775" cy="104775"/>
          </a:xfrm>
        </p:grpSpPr>
        <p:sp>
          <p:nvSpPr>
            <p:cNvPr id="15" name="Freeform 15"/>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16" name="Group 16"/>
          <p:cNvGrpSpPr>
            <a:grpSpLocks noChangeAspect="1"/>
          </p:cNvGrpSpPr>
          <p:nvPr/>
        </p:nvGrpSpPr>
        <p:grpSpPr>
          <a:xfrm>
            <a:off x="1485900" y="6360214"/>
            <a:ext cx="104775" cy="104775"/>
            <a:chOff x="0" y="0"/>
            <a:chExt cx="104775" cy="104775"/>
          </a:xfrm>
        </p:grpSpPr>
        <p:sp>
          <p:nvSpPr>
            <p:cNvPr id="17" name="Freeform 17"/>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18" name="Group 18"/>
          <p:cNvGrpSpPr>
            <a:grpSpLocks noChangeAspect="1"/>
          </p:cNvGrpSpPr>
          <p:nvPr/>
        </p:nvGrpSpPr>
        <p:grpSpPr>
          <a:xfrm>
            <a:off x="1485900" y="7560364"/>
            <a:ext cx="104775" cy="104775"/>
            <a:chOff x="0" y="0"/>
            <a:chExt cx="104775" cy="104775"/>
          </a:xfrm>
        </p:grpSpPr>
        <p:sp>
          <p:nvSpPr>
            <p:cNvPr id="19" name="Freeform 19"/>
            <p:cNvSpPr/>
            <p:nvPr/>
          </p:nvSpPr>
          <p:spPr>
            <a:xfrm>
              <a:off x="0" y="127"/>
              <a:ext cx="104775" cy="104394"/>
            </a:xfrm>
            <a:custGeom>
              <a:avLst/>
              <a:gdLst/>
              <a:ahLst/>
              <a:cxnLst/>
              <a:rect l="l" t="t" r="r" b="b"/>
              <a:pathLst>
                <a:path w="104775" h="104394">
                  <a:moveTo>
                    <a:pt x="104775" y="52197"/>
                  </a:moveTo>
                  <a:cubicBezTo>
                    <a:pt x="104775" y="55626"/>
                    <a:pt x="104394" y="59055"/>
                    <a:pt x="103759" y="62357"/>
                  </a:cubicBezTo>
                  <a:cubicBezTo>
                    <a:pt x="103124" y="65659"/>
                    <a:pt x="102108" y="68961"/>
                    <a:pt x="100838" y="72136"/>
                  </a:cubicBezTo>
                  <a:cubicBezTo>
                    <a:pt x="99568" y="75311"/>
                    <a:pt x="97917" y="78359"/>
                    <a:pt x="96012" y="81153"/>
                  </a:cubicBezTo>
                  <a:cubicBezTo>
                    <a:pt x="94107" y="83947"/>
                    <a:pt x="91948" y="86614"/>
                    <a:pt x="89535" y="89154"/>
                  </a:cubicBezTo>
                  <a:cubicBezTo>
                    <a:pt x="87122" y="91694"/>
                    <a:pt x="84455" y="93726"/>
                    <a:pt x="81534" y="95631"/>
                  </a:cubicBezTo>
                  <a:cubicBezTo>
                    <a:pt x="78613" y="97536"/>
                    <a:pt x="75692" y="99187"/>
                    <a:pt x="72517" y="100457"/>
                  </a:cubicBezTo>
                  <a:cubicBezTo>
                    <a:pt x="69342" y="101727"/>
                    <a:pt x="66040" y="102743"/>
                    <a:pt x="62738" y="103378"/>
                  </a:cubicBezTo>
                  <a:cubicBezTo>
                    <a:pt x="59436" y="104013"/>
                    <a:pt x="56007" y="104394"/>
                    <a:pt x="52578" y="104394"/>
                  </a:cubicBezTo>
                  <a:cubicBezTo>
                    <a:pt x="49149" y="104394"/>
                    <a:pt x="45720" y="104013"/>
                    <a:pt x="42418" y="103378"/>
                  </a:cubicBezTo>
                  <a:cubicBezTo>
                    <a:pt x="39116" y="102743"/>
                    <a:pt x="35814" y="101727"/>
                    <a:pt x="32639" y="100457"/>
                  </a:cubicBezTo>
                  <a:cubicBezTo>
                    <a:pt x="29464" y="99187"/>
                    <a:pt x="26416" y="97536"/>
                    <a:pt x="23622" y="95631"/>
                  </a:cubicBezTo>
                  <a:cubicBezTo>
                    <a:pt x="20828" y="93726"/>
                    <a:pt x="18161" y="91567"/>
                    <a:pt x="15621" y="89154"/>
                  </a:cubicBezTo>
                  <a:cubicBezTo>
                    <a:pt x="13081" y="86741"/>
                    <a:pt x="11049" y="84074"/>
                    <a:pt x="9144" y="81153"/>
                  </a:cubicBezTo>
                  <a:cubicBezTo>
                    <a:pt x="7239" y="78232"/>
                    <a:pt x="5334" y="75438"/>
                    <a:pt x="3937" y="72263"/>
                  </a:cubicBezTo>
                  <a:cubicBezTo>
                    <a:pt x="2540" y="69088"/>
                    <a:pt x="1651" y="65913"/>
                    <a:pt x="1016" y="62484"/>
                  </a:cubicBezTo>
                  <a:cubicBezTo>
                    <a:pt x="381" y="59055"/>
                    <a:pt x="0" y="55753"/>
                    <a:pt x="0" y="52197"/>
                  </a:cubicBezTo>
                  <a:cubicBezTo>
                    <a:pt x="0" y="48641"/>
                    <a:pt x="381" y="45339"/>
                    <a:pt x="1016" y="42037"/>
                  </a:cubicBezTo>
                  <a:cubicBezTo>
                    <a:pt x="1651" y="38735"/>
                    <a:pt x="2667" y="35433"/>
                    <a:pt x="3937" y="32258"/>
                  </a:cubicBezTo>
                  <a:cubicBezTo>
                    <a:pt x="5207" y="29083"/>
                    <a:pt x="6858" y="26035"/>
                    <a:pt x="8763" y="23241"/>
                  </a:cubicBezTo>
                  <a:cubicBezTo>
                    <a:pt x="10668" y="20447"/>
                    <a:pt x="12827" y="17780"/>
                    <a:pt x="15240" y="15240"/>
                  </a:cubicBezTo>
                  <a:cubicBezTo>
                    <a:pt x="17653" y="12700"/>
                    <a:pt x="20320" y="10668"/>
                    <a:pt x="23241" y="8763"/>
                  </a:cubicBezTo>
                  <a:cubicBezTo>
                    <a:pt x="26162" y="6858"/>
                    <a:pt x="29083" y="5207"/>
                    <a:pt x="32258" y="3937"/>
                  </a:cubicBezTo>
                  <a:cubicBezTo>
                    <a:pt x="35433" y="2667"/>
                    <a:pt x="38735" y="1651"/>
                    <a:pt x="42037" y="1016"/>
                  </a:cubicBezTo>
                  <a:cubicBezTo>
                    <a:pt x="45339" y="381"/>
                    <a:pt x="48768" y="0"/>
                    <a:pt x="52197" y="0"/>
                  </a:cubicBezTo>
                  <a:cubicBezTo>
                    <a:pt x="55626" y="0"/>
                    <a:pt x="59055" y="381"/>
                    <a:pt x="62357" y="1016"/>
                  </a:cubicBezTo>
                  <a:cubicBezTo>
                    <a:pt x="65659" y="1651"/>
                    <a:pt x="68961" y="2667"/>
                    <a:pt x="72136" y="3937"/>
                  </a:cubicBezTo>
                  <a:cubicBezTo>
                    <a:pt x="75311" y="5207"/>
                    <a:pt x="78359" y="6858"/>
                    <a:pt x="81153" y="8763"/>
                  </a:cubicBezTo>
                  <a:cubicBezTo>
                    <a:pt x="83947" y="10668"/>
                    <a:pt x="86614" y="12827"/>
                    <a:pt x="89154" y="15240"/>
                  </a:cubicBezTo>
                  <a:cubicBezTo>
                    <a:pt x="91694" y="17653"/>
                    <a:pt x="93726" y="20320"/>
                    <a:pt x="95631" y="23241"/>
                  </a:cubicBezTo>
                  <a:cubicBezTo>
                    <a:pt x="97536" y="26162"/>
                    <a:pt x="99187" y="29083"/>
                    <a:pt x="100457" y="32258"/>
                  </a:cubicBezTo>
                  <a:cubicBezTo>
                    <a:pt x="101727" y="35433"/>
                    <a:pt x="102743" y="38735"/>
                    <a:pt x="103378" y="42037"/>
                  </a:cubicBezTo>
                  <a:cubicBezTo>
                    <a:pt x="104013" y="45339"/>
                    <a:pt x="104394" y="48768"/>
                    <a:pt x="104394" y="52197"/>
                  </a:cubicBezTo>
                  <a:close/>
                </a:path>
              </a:pathLst>
            </a:custGeom>
            <a:solidFill>
              <a:srgbClr val="FFFFFF"/>
            </a:solidFill>
          </p:spPr>
        </p:sp>
      </p:grpSp>
      <p:grpSp>
        <p:nvGrpSpPr>
          <p:cNvPr id="20" name="Group 20"/>
          <p:cNvGrpSpPr>
            <a:grpSpLocks noChangeAspect="1"/>
          </p:cNvGrpSpPr>
          <p:nvPr/>
        </p:nvGrpSpPr>
        <p:grpSpPr>
          <a:xfrm>
            <a:off x="9705975" y="4361802"/>
            <a:ext cx="114300" cy="114300"/>
            <a:chOff x="0" y="0"/>
            <a:chExt cx="114300" cy="114300"/>
          </a:xfrm>
        </p:grpSpPr>
        <p:sp>
          <p:nvSpPr>
            <p:cNvPr id="21" name="Freeform 21"/>
            <p:cNvSpPr/>
            <p:nvPr/>
          </p:nvSpPr>
          <p:spPr>
            <a:xfrm>
              <a:off x="0" y="0"/>
              <a:ext cx="114300" cy="114300"/>
            </a:xfrm>
            <a:custGeom>
              <a:avLst/>
              <a:gdLst/>
              <a:ahLst/>
              <a:cxnLst/>
              <a:rect l="l" t="t" r="r" b="b"/>
              <a:pathLst>
                <a:path w="114300" h="114300">
                  <a:moveTo>
                    <a:pt x="114300" y="57150"/>
                  </a:moveTo>
                  <a:cubicBezTo>
                    <a:pt x="114300" y="60960"/>
                    <a:pt x="113919" y="64643"/>
                    <a:pt x="113157" y="68326"/>
                  </a:cubicBezTo>
                  <a:cubicBezTo>
                    <a:pt x="112395" y="72009"/>
                    <a:pt x="111379" y="75565"/>
                    <a:pt x="109855" y="78994"/>
                  </a:cubicBezTo>
                  <a:cubicBezTo>
                    <a:pt x="108331" y="82423"/>
                    <a:pt x="106680" y="85725"/>
                    <a:pt x="104521" y="88900"/>
                  </a:cubicBezTo>
                  <a:cubicBezTo>
                    <a:pt x="102362" y="92075"/>
                    <a:pt x="100076" y="94869"/>
                    <a:pt x="97409" y="97536"/>
                  </a:cubicBezTo>
                  <a:cubicBezTo>
                    <a:pt x="94742" y="100203"/>
                    <a:pt x="91821" y="102616"/>
                    <a:pt x="88773" y="104648"/>
                  </a:cubicBezTo>
                  <a:cubicBezTo>
                    <a:pt x="85725" y="106680"/>
                    <a:pt x="82296" y="108458"/>
                    <a:pt x="78867" y="109982"/>
                  </a:cubicBezTo>
                  <a:cubicBezTo>
                    <a:pt x="75438" y="111506"/>
                    <a:pt x="71882" y="112522"/>
                    <a:pt x="68199" y="113284"/>
                  </a:cubicBezTo>
                  <a:cubicBezTo>
                    <a:pt x="64516" y="114046"/>
                    <a:pt x="60960" y="114300"/>
                    <a:pt x="57150" y="114300"/>
                  </a:cubicBezTo>
                  <a:cubicBezTo>
                    <a:pt x="53340" y="114300"/>
                    <a:pt x="49657" y="113919"/>
                    <a:pt x="45974" y="113157"/>
                  </a:cubicBezTo>
                  <a:cubicBezTo>
                    <a:pt x="42291" y="112395"/>
                    <a:pt x="38735" y="111379"/>
                    <a:pt x="35306" y="109855"/>
                  </a:cubicBezTo>
                  <a:cubicBezTo>
                    <a:pt x="31877" y="108331"/>
                    <a:pt x="28575" y="106680"/>
                    <a:pt x="25400" y="104521"/>
                  </a:cubicBezTo>
                  <a:cubicBezTo>
                    <a:pt x="22225" y="102362"/>
                    <a:pt x="19431" y="100076"/>
                    <a:pt x="16764" y="97409"/>
                  </a:cubicBezTo>
                  <a:cubicBezTo>
                    <a:pt x="14097" y="94742"/>
                    <a:pt x="11684" y="92075"/>
                    <a:pt x="9652" y="88900"/>
                  </a:cubicBezTo>
                  <a:cubicBezTo>
                    <a:pt x="7620" y="85725"/>
                    <a:pt x="5842" y="82550"/>
                    <a:pt x="4318" y="78994"/>
                  </a:cubicBezTo>
                  <a:cubicBezTo>
                    <a:pt x="2794" y="75438"/>
                    <a:pt x="1778" y="72009"/>
                    <a:pt x="1143" y="68326"/>
                  </a:cubicBezTo>
                  <a:cubicBezTo>
                    <a:pt x="508" y="64643"/>
                    <a:pt x="0" y="60960"/>
                    <a:pt x="0" y="57150"/>
                  </a:cubicBezTo>
                  <a:cubicBezTo>
                    <a:pt x="0" y="53340"/>
                    <a:pt x="381" y="49657"/>
                    <a:pt x="1143" y="45974"/>
                  </a:cubicBezTo>
                  <a:cubicBezTo>
                    <a:pt x="1905" y="42291"/>
                    <a:pt x="2921" y="38735"/>
                    <a:pt x="4445" y="35306"/>
                  </a:cubicBezTo>
                  <a:cubicBezTo>
                    <a:pt x="5969" y="31877"/>
                    <a:pt x="7493" y="28575"/>
                    <a:pt x="9652" y="25400"/>
                  </a:cubicBezTo>
                  <a:cubicBezTo>
                    <a:pt x="11811" y="22225"/>
                    <a:pt x="14097" y="19431"/>
                    <a:pt x="16764" y="16764"/>
                  </a:cubicBezTo>
                  <a:cubicBezTo>
                    <a:pt x="19431" y="14097"/>
                    <a:pt x="22352" y="11684"/>
                    <a:pt x="25400" y="9652"/>
                  </a:cubicBezTo>
                  <a:cubicBezTo>
                    <a:pt x="28448" y="7620"/>
                    <a:pt x="31877" y="5842"/>
                    <a:pt x="35306" y="4318"/>
                  </a:cubicBezTo>
                  <a:cubicBezTo>
                    <a:pt x="38735" y="2794"/>
                    <a:pt x="42291" y="1778"/>
                    <a:pt x="45974" y="1016"/>
                  </a:cubicBezTo>
                  <a:cubicBezTo>
                    <a:pt x="49657" y="254"/>
                    <a:pt x="53340" y="0"/>
                    <a:pt x="57150" y="0"/>
                  </a:cubicBezTo>
                  <a:cubicBezTo>
                    <a:pt x="60960" y="0"/>
                    <a:pt x="64643" y="381"/>
                    <a:pt x="68326" y="1143"/>
                  </a:cubicBezTo>
                  <a:cubicBezTo>
                    <a:pt x="72009" y="1905"/>
                    <a:pt x="75565" y="2921"/>
                    <a:pt x="78994" y="4445"/>
                  </a:cubicBezTo>
                  <a:cubicBezTo>
                    <a:pt x="82423" y="5969"/>
                    <a:pt x="85725" y="7620"/>
                    <a:pt x="88900" y="9779"/>
                  </a:cubicBezTo>
                  <a:cubicBezTo>
                    <a:pt x="92075" y="11938"/>
                    <a:pt x="94869" y="14224"/>
                    <a:pt x="97536" y="16891"/>
                  </a:cubicBezTo>
                  <a:cubicBezTo>
                    <a:pt x="100203" y="19558"/>
                    <a:pt x="102616" y="22479"/>
                    <a:pt x="104648" y="25527"/>
                  </a:cubicBezTo>
                  <a:cubicBezTo>
                    <a:pt x="106680" y="28575"/>
                    <a:pt x="108458" y="32004"/>
                    <a:pt x="109982" y="35433"/>
                  </a:cubicBezTo>
                  <a:cubicBezTo>
                    <a:pt x="111506" y="38862"/>
                    <a:pt x="112522" y="42418"/>
                    <a:pt x="113284" y="46101"/>
                  </a:cubicBezTo>
                  <a:cubicBezTo>
                    <a:pt x="114046" y="49784"/>
                    <a:pt x="114300" y="53340"/>
                    <a:pt x="114300" y="57150"/>
                  </a:cubicBezTo>
                  <a:close/>
                </a:path>
              </a:pathLst>
            </a:custGeom>
            <a:solidFill>
              <a:srgbClr val="FFFFFF"/>
            </a:solidFill>
          </p:spPr>
        </p:sp>
      </p:grpSp>
      <p:grpSp>
        <p:nvGrpSpPr>
          <p:cNvPr id="22" name="Group 22"/>
          <p:cNvGrpSpPr>
            <a:grpSpLocks noChangeAspect="1"/>
          </p:cNvGrpSpPr>
          <p:nvPr/>
        </p:nvGrpSpPr>
        <p:grpSpPr>
          <a:xfrm>
            <a:off x="9705975" y="4904727"/>
            <a:ext cx="114300" cy="114300"/>
            <a:chOff x="0" y="0"/>
            <a:chExt cx="114300" cy="114300"/>
          </a:xfrm>
        </p:grpSpPr>
        <p:sp>
          <p:nvSpPr>
            <p:cNvPr id="23" name="Freeform 23"/>
            <p:cNvSpPr/>
            <p:nvPr/>
          </p:nvSpPr>
          <p:spPr>
            <a:xfrm>
              <a:off x="0" y="0"/>
              <a:ext cx="114300" cy="114300"/>
            </a:xfrm>
            <a:custGeom>
              <a:avLst/>
              <a:gdLst/>
              <a:ahLst/>
              <a:cxnLst/>
              <a:rect l="l" t="t" r="r" b="b"/>
              <a:pathLst>
                <a:path w="114300" h="114300">
                  <a:moveTo>
                    <a:pt x="114300" y="57150"/>
                  </a:moveTo>
                  <a:cubicBezTo>
                    <a:pt x="114300" y="60960"/>
                    <a:pt x="113919" y="64643"/>
                    <a:pt x="113157" y="68326"/>
                  </a:cubicBezTo>
                  <a:cubicBezTo>
                    <a:pt x="112395" y="72009"/>
                    <a:pt x="111379" y="75565"/>
                    <a:pt x="109855" y="78994"/>
                  </a:cubicBezTo>
                  <a:cubicBezTo>
                    <a:pt x="108331" y="82423"/>
                    <a:pt x="106680" y="85725"/>
                    <a:pt x="104521" y="88900"/>
                  </a:cubicBezTo>
                  <a:cubicBezTo>
                    <a:pt x="102362" y="92075"/>
                    <a:pt x="100076" y="94869"/>
                    <a:pt x="97409" y="97536"/>
                  </a:cubicBezTo>
                  <a:cubicBezTo>
                    <a:pt x="94742" y="100203"/>
                    <a:pt x="91821" y="102616"/>
                    <a:pt x="88773" y="104648"/>
                  </a:cubicBezTo>
                  <a:cubicBezTo>
                    <a:pt x="85725" y="106680"/>
                    <a:pt x="82296" y="108458"/>
                    <a:pt x="78867" y="109982"/>
                  </a:cubicBezTo>
                  <a:cubicBezTo>
                    <a:pt x="75438" y="111506"/>
                    <a:pt x="71882" y="112522"/>
                    <a:pt x="68199" y="113284"/>
                  </a:cubicBezTo>
                  <a:cubicBezTo>
                    <a:pt x="64516" y="114046"/>
                    <a:pt x="60960" y="114300"/>
                    <a:pt x="57150" y="114300"/>
                  </a:cubicBezTo>
                  <a:cubicBezTo>
                    <a:pt x="53340" y="114300"/>
                    <a:pt x="49657" y="113919"/>
                    <a:pt x="45974" y="113157"/>
                  </a:cubicBezTo>
                  <a:cubicBezTo>
                    <a:pt x="42291" y="112395"/>
                    <a:pt x="38735" y="111379"/>
                    <a:pt x="35306" y="109855"/>
                  </a:cubicBezTo>
                  <a:cubicBezTo>
                    <a:pt x="31877" y="108331"/>
                    <a:pt x="28575" y="106680"/>
                    <a:pt x="25400" y="104521"/>
                  </a:cubicBezTo>
                  <a:cubicBezTo>
                    <a:pt x="22225" y="102362"/>
                    <a:pt x="19431" y="100076"/>
                    <a:pt x="16764" y="97409"/>
                  </a:cubicBezTo>
                  <a:cubicBezTo>
                    <a:pt x="14097" y="94742"/>
                    <a:pt x="11684" y="92075"/>
                    <a:pt x="9652" y="88900"/>
                  </a:cubicBezTo>
                  <a:cubicBezTo>
                    <a:pt x="7620" y="85725"/>
                    <a:pt x="5842" y="82550"/>
                    <a:pt x="4318" y="78994"/>
                  </a:cubicBezTo>
                  <a:cubicBezTo>
                    <a:pt x="2794" y="75438"/>
                    <a:pt x="1778" y="72009"/>
                    <a:pt x="1143" y="68326"/>
                  </a:cubicBezTo>
                  <a:cubicBezTo>
                    <a:pt x="508" y="64643"/>
                    <a:pt x="0" y="60960"/>
                    <a:pt x="0" y="57150"/>
                  </a:cubicBezTo>
                  <a:cubicBezTo>
                    <a:pt x="0" y="53340"/>
                    <a:pt x="381" y="49657"/>
                    <a:pt x="1143" y="45974"/>
                  </a:cubicBezTo>
                  <a:cubicBezTo>
                    <a:pt x="1905" y="42291"/>
                    <a:pt x="2921" y="38735"/>
                    <a:pt x="4445" y="35306"/>
                  </a:cubicBezTo>
                  <a:cubicBezTo>
                    <a:pt x="5969" y="31877"/>
                    <a:pt x="7493" y="28575"/>
                    <a:pt x="9652" y="25400"/>
                  </a:cubicBezTo>
                  <a:cubicBezTo>
                    <a:pt x="11811" y="22225"/>
                    <a:pt x="14097" y="19431"/>
                    <a:pt x="16764" y="16764"/>
                  </a:cubicBezTo>
                  <a:cubicBezTo>
                    <a:pt x="19431" y="14097"/>
                    <a:pt x="22352" y="11684"/>
                    <a:pt x="25400" y="9652"/>
                  </a:cubicBezTo>
                  <a:cubicBezTo>
                    <a:pt x="28448" y="7620"/>
                    <a:pt x="31877" y="5842"/>
                    <a:pt x="35306" y="4318"/>
                  </a:cubicBezTo>
                  <a:cubicBezTo>
                    <a:pt x="38735" y="2794"/>
                    <a:pt x="42291" y="1778"/>
                    <a:pt x="45974" y="1016"/>
                  </a:cubicBezTo>
                  <a:cubicBezTo>
                    <a:pt x="49657" y="254"/>
                    <a:pt x="53340" y="0"/>
                    <a:pt x="57150" y="0"/>
                  </a:cubicBezTo>
                  <a:cubicBezTo>
                    <a:pt x="60960" y="0"/>
                    <a:pt x="64643" y="381"/>
                    <a:pt x="68326" y="1143"/>
                  </a:cubicBezTo>
                  <a:cubicBezTo>
                    <a:pt x="72009" y="1905"/>
                    <a:pt x="75565" y="2921"/>
                    <a:pt x="78994" y="4445"/>
                  </a:cubicBezTo>
                  <a:cubicBezTo>
                    <a:pt x="82423" y="5969"/>
                    <a:pt x="85725" y="7620"/>
                    <a:pt x="88900" y="9779"/>
                  </a:cubicBezTo>
                  <a:cubicBezTo>
                    <a:pt x="92075" y="11938"/>
                    <a:pt x="94869" y="14224"/>
                    <a:pt x="97536" y="16891"/>
                  </a:cubicBezTo>
                  <a:cubicBezTo>
                    <a:pt x="100203" y="19558"/>
                    <a:pt x="102616" y="22479"/>
                    <a:pt x="104648" y="25527"/>
                  </a:cubicBezTo>
                  <a:cubicBezTo>
                    <a:pt x="106680" y="28575"/>
                    <a:pt x="108458" y="32004"/>
                    <a:pt x="109982" y="35433"/>
                  </a:cubicBezTo>
                  <a:cubicBezTo>
                    <a:pt x="111506" y="38862"/>
                    <a:pt x="112522" y="42418"/>
                    <a:pt x="113284" y="46101"/>
                  </a:cubicBezTo>
                  <a:cubicBezTo>
                    <a:pt x="114046" y="49784"/>
                    <a:pt x="114300" y="53340"/>
                    <a:pt x="114300" y="57150"/>
                  </a:cubicBezTo>
                  <a:close/>
                </a:path>
              </a:pathLst>
            </a:custGeom>
            <a:solidFill>
              <a:srgbClr val="FFFFFF"/>
            </a:solidFill>
          </p:spPr>
        </p:sp>
      </p:grpSp>
      <p:grpSp>
        <p:nvGrpSpPr>
          <p:cNvPr id="24" name="Group 24"/>
          <p:cNvGrpSpPr>
            <a:grpSpLocks noChangeAspect="1"/>
          </p:cNvGrpSpPr>
          <p:nvPr/>
        </p:nvGrpSpPr>
        <p:grpSpPr>
          <a:xfrm>
            <a:off x="9705975" y="5447652"/>
            <a:ext cx="114300" cy="114300"/>
            <a:chOff x="0" y="0"/>
            <a:chExt cx="114300" cy="114300"/>
          </a:xfrm>
        </p:grpSpPr>
        <p:sp>
          <p:nvSpPr>
            <p:cNvPr id="25" name="Freeform 25"/>
            <p:cNvSpPr/>
            <p:nvPr/>
          </p:nvSpPr>
          <p:spPr>
            <a:xfrm>
              <a:off x="0" y="0"/>
              <a:ext cx="114300" cy="114300"/>
            </a:xfrm>
            <a:custGeom>
              <a:avLst/>
              <a:gdLst/>
              <a:ahLst/>
              <a:cxnLst/>
              <a:rect l="l" t="t" r="r" b="b"/>
              <a:pathLst>
                <a:path w="114300" h="114300">
                  <a:moveTo>
                    <a:pt x="114300" y="57150"/>
                  </a:moveTo>
                  <a:cubicBezTo>
                    <a:pt x="114300" y="60960"/>
                    <a:pt x="113919" y="64643"/>
                    <a:pt x="113157" y="68326"/>
                  </a:cubicBezTo>
                  <a:cubicBezTo>
                    <a:pt x="112395" y="72009"/>
                    <a:pt x="111379" y="75565"/>
                    <a:pt x="109855" y="78994"/>
                  </a:cubicBezTo>
                  <a:cubicBezTo>
                    <a:pt x="108331" y="82423"/>
                    <a:pt x="106680" y="85725"/>
                    <a:pt x="104521" y="88900"/>
                  </a:cubicBezTo>
                  <a:cubicBezTo>
                    <a:pt x="102362" y="92075"/>
                    <a:pt x="100076" y="94869"/>
                    <a:pt x="97409" y="97536"/>
                  </a:cubicBezTo>
                  <a:cubicBezTo>
                    <a:pt x="94742" y="100203"/>
                    <a:pt x="91821" y="102616"/>
                    <a:pt x="88773" y="104648"/>
                  </a:cubicBezTo>
                  <a:cubicBezTo>
                    <a:pt x="85725" y="106680"/>
                    <a:pt x="82296" y="108458"/>
                    <a:pt x="78867" y="109982"/>
                  </a:cubicBezTo>
                  <a:cubicBezTo>
                    <a:pt x="75438" y="111506"/>
                    <a:pt x="71882" y="112522"/>
                    <a:pt x="68199" y="113284"/>
                  </a:cubicBezTo>
                  <a:cubicBezTo>
                    <a:pt x="64516" y="114046"/>
                    <a:pt x="60960" y="114300"/>
                    <a:pt x="57150" y="114300"/>
                  </a:cubicBezTo>
                  <a:cubicBezTo>
                    <a:pt x="53340" y="114300"/>
                    <a:pt x="49657" y="113919"/>
                    <a:pt x="45974" y="113157"/>
                  </a:cubicBezTo>
                  <a:cubicBezTo>
                    <a:pt x="42291" y="112395"/>
                    <a:pt x="38735" y="111379"/>
                    <a:pt x="35306" y="109855"/>
                  </a:cubicBezTo>
                  <a:cubicBezTo>
                    <a:pt x="31877" y="108331"/>
                    <a:pt x="28575" y="106680"/>
                    <a:pt x="25400" y="104521"/>
                  </a:cubicBezTo>
                  <a:cubicBezTo>
                    <a:pt x="22225" y="102362"/>
                    <a:pt x="19431" y="100076"/>
                    <a:pt x="16764" y="97409"/>
                  </a:cubicBezTo>
                  <a:cubicBezTo>
                    <a:pt x="14097" y="94742"/>
                    <a:pt x="11684" y="92075"/>
                    <a:pt x="9652" y="88900"/>
                  </a:cubicBezTo>
                  <a:cubicBezTo>
                    <a:pt x="7620" y="85725"/>
                    <a:pt x="5842" y="82550"/>
                    <a:pt x="4318" y="78994"/>
                  </a:cubicBezTo>
                  <a:cubicBezTo>
                    <a:pt x="2794" y="75438"/>
                    <a:pt x="1778" y="72009"/>
                    <a:pt x="1016" y="68326"/>
                  </a:cubicBezTo>
                  <a:cubicBezTo>
                    <a:pt x="254" y="64643"/>
                    <a:pt x="0" y="60960"/>
                    <a:pt x="0" y="57150"/>
                  </a:cubicBezTo>
                  <a:cubicBezTo>
                    <a:pt x="0" y="53340"/>
                    <a:pt x="381" y="49657"/>
                    <a:pt x="1143" y="45974"/>
                  </a:cubicBezTo>
                  <a:cubicBezTo>
                    <a:pt x="1905" y="42291"/>
                    <a:pt x="2921" y="38735"/>
                    <a:pt x="4445" y="35306"/>
                  </a:cubicBezTo>
                  <a:cubicBezTo>
                    <a:pt x="5969" y="31877"/>
                    <a:pt x="7493" y="28575"/>
                    <a:pt x="9652" y="25400"/>
                  </a:cubicBezTo>
                  <a:cubicBezTo>
                    <a:pt x="11811" y="22225"/>
                    <a:pt x="14097" y="19431"/>
                    <a:pt x="16764" y="16764"/>
                  </a:cubicBezTo>
                  <a:cubicBezTo>
                    <a:pt x="19431" y="14097"/>
                    <a:pt x="22352" y="11684"/>
                    <a:pt x="25400" y="9652"/>
                  </a:cubicBezTo>
                  <a:cubicBezTo>
                    <a:pt x="28448" y="7620"/>
                    <a:pt x="31877" y="5842"/>
                    <a:pt x="35306" y="4318"/>
                  </a:cubicBezTo>
                  <a:cubicBezTo>
                    <a:pt x="38735" y="2794"/>
                    <a:pt x="42291" y="1778"/>
                    <a:pt x="45974" y="1016"/>
                  </a:cubicBezTo>
                  <a:cubicBezTo>
                    <a:pt x="49657" y="254"/>
                    <a:pt x="53340" y="0"/>
                    <a:pt x="57150" y="0"/>
                  </a:cubicBezTo>
                  <a:cubicBezTo>
                    <a:pt x="60960" y="0"/>
                    <a:pt x="64643" y="381"/>
                    <a:pt x="68326" y="1143"/>
                  </a:cubicBezTo>
                  <a:cubicBezTo>
                    <a:pt x="72009" y="1905"/>
                    <a:pt x="75565" y="2921"/>
                    <a:pt x="78994" y="4445"/>
                  </a:cubicBezTo>
                  <a:cubicBezTo>
                    <a:pt x="82423" y="5969"/>
                    <a:pt x="85725" y="7620"/>
                    <a:pt x="88900" y="9779"/>
                  </a:cubicBezTo>
                  <a:cubicBezTo>
                    <a:pt x="92075" y="11938"/>
                    <a:pt x="94869" y="14224"/>
                    <a:pt x="97536" y="16891"/>
                  </a:cubicBezTo>
                  <a:cubicBezTo>
                    <a:pt x="100203" y="19558"/>
                    <a:pt x="102616" y="22479"/>
                    <a:pt x="104648" y="25527"/>
                  </a:cubicBezTo>
                  <a:cubicBezTo>
                    <a:pt x="106680" y="28575"/>
                    <a:pt x="108458" y="32004"/>
                    <a:pt x="109982" y="35433"/>
                  </a:cubicBezTo>
                  <a:cubicBezTo>
                    <a:pt x="111506" y="38862"/>
                    <a:pt x="112522" y="42418"/>
                    <a:pt x="113284" y="46101"/>
                  </a:cubicBezTo>
                  <a:cubicBezTo>
                    <a:pt x="114046" y="49784"/>
                    <a:pt x="114300" y="53340"/>
                    <a:pt x="114300" y="57150"/>
                  </a:cubicBezTo>
                  <a:close/>
                </a:path>
              </a:pathLst>
            </a:custGeom>
            <a:solidFill>
              <a:srgbClr val="FFFFFF"/>
            </a:solidFill>
          </p:spPr>
        </p:sp>
      </p:grpSp>
      <p:grpSp>
        <p:nvGrpSpPr>
          <p:cNvPr id="26" name="Group 26"/>
          <p:cNvGrpSpPr>
            <a:grpSpLocks noChangeAspect="1"/>
          </p:cNvGrpSpPr>
          <p:nvPr/>
        </p:nvGrpSpPr>
        <p:grpSpPr>
          <a:xfrm>
            <a:off x="9705975" y="5990577"/>
            <a:ext cx="114300" cy="114300"/>
            <a:chOff x="0" y="0"/>
            <a:chExt cx="114300" cy="114300"/>
          </a:xfrm>
        </p:grpSpPr>
        <p:sp>
          <p:nvSpPr>
            <p:cNvPr id="27" name="Freeform 27"/>
            <p:cNvSpPr/>
            <p:nvPr/>
          </p:nvSpPr>
          <p:spPr>
            <a:xfrm>
              <a:off x="0" y="0"/>
              <a:ext cx="114300" cy="114300"/>
            </a:xfrm>
            <a:custGeom>
              <a:avLst/>
              <a:gdLst/>
              <a:ahLst/>
              <a:cxnLst/>
              <a:rect l="l" t="t" r="r" b="b"/>
              <a:pathLst>
                <a:path w="114300" h="114300">
                  <a:moveTo>
                    <a:pt x="114300" y="57150"/>
                  </a:moveTo>
                  <a:cubicBezTo>
                    <a:pt x="114300" y="60960"/>
                    <a:pt x="113919" y="64643"/>
                    <a:pt x="113157" y="68326"/>
                  </a:cubicBezTo>
                  <a:cubicBezTo>
                    <a:pt x="112395" y="72009"/>
                    <a:pt x="111379" y="75565"/>
                    <a:pt x="109855" y="78994"/>
                  </a:cubicBezTo>
                  <a:cubicBezTo>
                    <a:pt x="108331" y="82423"/>
                    <a:pt x="106680" y="85725"/>
                    <a:pt x="104521" y="88900"/>
                  </a:cubicBezTo>
                  <a:cubicBezTo>
                    <a:pt x="102362" y="92075"/>
                    <a:pt x="100076" y="94869"/>
                    <a:pt x="97409" y="97536"/>
                  </a:cubicBezTo>
                  <a:cubicBezTo>
                    <a:pt x="94742" y="100203"/>
                    <a:pt x="91821" y="102616"/>
                    <a:pt x="88773" y="104648"/>
                  </a:cubicBezTo>
                  <a:cubicBezTo>
                    <a:pt x="85725" y="106680"/>
                    <a:pt x="82296" y="108458"/>
                    <a:pt x="78867" y="109982"/>
                  </a:cubicBezTo>
                  <a:cubicBezTo>
                    <a:pt x="75438" y="111506"/>
                    <a:pt x="71882" y="112522"/>
                    <a:pt x="68199" y="113284"/>
                  </a:cubicBezTo>
                  <a:cubicBezTo>
                    <a:pt x="64516" y="114046"/>
                    <a:pt x="60960" y="114300"/>
                    <a:pt x="57150" y="114300"/>
                  </a:cubicBezTo>
                  <a:cubicBezTo>
                    <a:pt x="53340" y="114300"/>
                    <a:pt x="49657" y="113919"/>
                    <a:pt x="45974" y="113157"/>
                  </a:cubicBezTo>
                  <a:cubicBezTo>
                    <a:pt x="42291" y="112395"/>
                    <a:pt x="38735" y="111379"/>
                    <a:pt x="35306" y="109855"/>
                  </a:cubicBezTo>
                  <a:cubicBezTo>
                    <a:pt x="31877" y="108331"/>
                    <a:pt x="28575" y="106680"/>
                    <a:pt x="25400" y="104521"/>
                  </a:cubicBezTo>
                  <a:cubicBezTo>
                    <a:pt x="22225" y="102362"/>
                    <a:pt x="19431" y="100076"/>
                    <a:pt x="16764" y="97409"/>
                  </a:cubicBezTo>
                  <a:cubicBezTo>
                    <a:pt x="14097" y="94742"/>
                    <a:pt x="11684" y="92075"/>
                    <a:pt x="9652" y="88900"/>
                  </a:cubicBezTo>
                  <a:cubicBezTo>
                    <a:pt x="7620" y="85725"/>
                    <a:pt x="5842" y="82550"/>
                    <a:pt x="4318" y="78994"/>
                  </a:cubicBezTo>
                  <a:cubicBezTo>
                    <a:pt x="2794" y="75438"/>
                    <a:pt x="1778" y="72009"/>
                    <a:pt x="1143" y="68326"/>
                  </a:cubicBezTo>
                  <a:cubicBezTo>
                    <a:pt x="508" y="64643"/>
                    <a:pt x="0" y="60960"/>
                    <a:pt x="0" y="57150"/>
                  </a:cubicBezTo>
                  <a:cubicBezTo>
                    <a:pt x="0" y="53340"/>
                    <a:pt x="381" y="49657"/>
                    <a:pt x="1143" y="45974"/>
                  </a:cubicBezTo>
                  <a:cubicBezTo>
                    <a:pt x="1905" y="42291"/>
                    <a:pt x="2921" y="38735"/>
                    <a:pt x="4445" y="35306"/>
                  </a:cubicBezTo>
                  <a:cubicBezTo>
                    <a:pt x="5969" y="31877"/>
                    <a:pt x="7493" y="28575"/>
                    <a:pt x="9652" y="25400"/>
                  </a:cubicBezTo>
                  <a:cubicBezTo>
                    <a:pt x="11811" y="22225"/>
                    <a:pt x="14097" y="19431"/>
                    <a:pt x="16764" y="16764"/>
                  </a:cubicBezTo>
                  <a:cubicBezTo>
                    <a:pt x="19431" y="14097"/>
                    <a:pt x="22352" y="11684"/>
                    <a:pt x="25400" y="9652"/>
                  </a:cubicBezTo>
                  <a:cubicBezTo>
                    <a:pt x="28448" y="7620"/>
                    <a:pt x="31877" y="5842"/>
                    <a:pt x="35306" y="4318"/>
                  </a:cubicBezTo>
                  <a:cubicBezTo>
                    <a:pt x="38735" y="2794"/>
                    <a:pt x="42291" y="1778"/>
                    <a:pt x="45974" y="1016"/>
                  </a:cubicBezTo>
                  <a:cubicBezTo>
                    <a:pt x="49657" y="254"/>
                    <a:pt x="53340" y="0"/>
                    <a:pt x="57150" y="0"/>
                  </a:cubicBezTo>
                  <a:cubicBezTo>
                    <a:pt x="60960" y="0"/>
                    <a:pt x="64643" y="381"/>
                    <a:pt x="68326" y="1143"/>
                  </a:cubicBezTo>
                  <a:cubicBezTo>
                    <a:pt x="72009" y="1905"/>
                    <a:pt x="75565" y="2921"/>
                    <a:pt x="78994" y="4445"/>
                  </a:cubicBezTo>
                  <a:cubicBezTo>
                    <a:pt x="82423" y="5969"/>
                    <a:pt x="85725" y="7620"/>
                    <a:pt x="88900" y="9779"/>
                  </a:cubicBezTo>
                  <a:cubicBezTo>
                    <a:pt x="92075" y="11938"/>
                    <a:pt x="94869" y="14224"/>
                    <a:pt x="97536" y="16891"/>
                  </a:cubicBezTo>
                  <a:cubicBezTo>
                    <a:pt x="100203" y="19558"/>
                    <a:pt x="102616" y="22479"/>
                    <a:pt x="104648" y="25527"/>
                  </a:cubicBezTo>
                  <a:cubicBezTo>
                    <a:pt x="106680" y="28575"/>
                    <a:pt x="108458" y="32004"/>
                    <a:pt x="109982" y="35433"/>
                  </a:cubicBezTo>
                  <a:cubicBezTo>
                    <a:pt x="111506" y="38862"/>
                    <a:pt x="112522" y="42418"/>
                    <a:pt x="113284" y="46101"/>
                  </a:cubicBezTo>
                  <a:cubicBezTo>
                    <a:pt x="114046" y="49784"/>
                    <a:pt x="114300" y="53340"/>
                    <a:pt x="114300" y="57150"/>
                  </a:cubicBezTo>
                  <a:close/>
                </a:path>
              </a:pathLst>
            </a:custGeom>
            <a:solidFill>
              <a:srgbClr val="FFFFFF"/>
            </a:solidFill>
          </p:spPr>
        </p:sp>
      </p:grpSp>
      <p:grpSp>
        <p:nvGrpSpPr>
          <p:cNvPr id="28" name="Group 28"/>
          <p:cNvGrpSpPr>
            <a:grpSpLocks noChangeAspect="1"/>
          </p:cNvGrpSpPr>
          <p:nvPr/>
        </p:nvGrpSpPr>
        <p:grpSpPr>
          <a:xfrm>
            <a:off x="9705975" y="7076427"/>
            <a:ext cx="114300" cy="114300"/>
            <a:chOff x="0" y="0"/>
            <a:chExt cx="114300" cy="114300"/>
          </a:xfrm>
        </p:grpSpPr>
        <p:sp>
          <p:nvSpPr>
            <p:cNvPr id="29" name="Freeform 29"/>
            <p:cNvSpPr/>
            <p:nvPr/>
          </p:nvSpPr>
          <p:spPr>
            <a:xfrm>
              <a:off x="0" y="0"/>
              <a:ext cx="114300" cy="114300"/>
            </a:xfrm>
            <a:custGeom>
              <a:avLst/>
              <a:gdLst/>
              <a:ahLst/>
              <a:cxnLst/>
              <a:rect l="l" t="t" r="r" b="b"/>
              <a:pathLst>
                <a:path w="114300" h="114300">
                  <a:moveTo>
                    <a:pt x="114300" y="57150"/>
                  </a:moveTo>
                  <a:cubicBezTo>
                    <a:pt x="114300" y="60960"/>
                    <a:pt x="113919" y="64643"/>
                    <a:pt x="113157" y="68326"/>
                  </a:cubicBezTo>
                  <a:cubicBezTo>
                    <a:pt x="112395" y="72009"/>
                    <a:pt x="111379" y="75565"/>
                    <a:pt x="109855" y="78994"/>
                  </a:cubicBezTo>
                  <a:cubicBezTo>
                    <a:pt x="108331" y="82423"/>
                    <a:pt x="106680" y="85725"/>
                    <a:pt x="104521" y="88900"/>
                  </a:cubicBezTo>
                  <a:cubicBezTo>
                    <a:pt x="102362" y="92075"/>
                    <a:pt x="100076" y="94869"/>
                    <a:pt x="97409" y="97536"/>
                  </a:cubicBezTo>
                  <a:cubicBezTo>
                    <a:pt x="94742" y="100203"/>
                    <a:pt x="91821" y="102616"/>
                    <a:pt x="88773" y="104648"/>
                  </a:cubicBezTo>
                  <a:cubicBezTo>
                    <a:pt x="85725" y="106680"/>
                    <a:pt x="82296" y="108458"/>
                    <a:pt x="78867" y="109982"/>
                  </a:cubicBezTo>
                  <a:cubicBezTo>
                    <a:pt x="75438" y="111506"/>
                    <a:pt x="71882" y="112522"/>
                    <a:pt x="68199" y="113284"/>
                  </a:cubicBezTo>
                  <a:cubicBezTo>
                    <a:pt x="64516" y="114046"/>
                    <a:pt x="60960" y="114300"/>
                    <a:pt x="57150" y="114300"/>
                  </a:cubicBezTo>
                  <a:cubicBezTo>
                    <a:pt x="53340" y="114300"/>
                    <a:pt x="49657" y="113919"/>
                    <a:pt x="45974" y="113157"/>
                  </a:cubicBezTo>
                  <a:cubicBezTo>
                    <a:pt x="42291" y="112395"/>
                    <a:pt x="38735" y="111379"/>
                    <a:pt x="35306" y="109855"/>
                  </a:cubicBezTo>
                  <a:cubicBezTo>
                    <a:pt x="31877" y="108331"/>
                    <a:pt x="28575" y="106680"/>
                    <a:pt x="25400" y="104521"/>
                  </a:cubicBezTo>
                  <a:cubicBezTo>
                    <a:pt x="22225" y="102362"/>
                    <a:pt x="19431" y="100076"/>
                    <a:pt x="16764" y="97409"/>
                  </a:cubicBezTo>
                  <a:cubicBezTo>
                    <a:pt x="14097" y="94742"/>
                    <a:pt x="11684" y="92075"/>
                    <a:pt x="9652" y="88900"/>
                  </a:cubicBezTo>
                  <a:cubicBezTo>
                    <a:pt x="7620" y="85725"/>
                    <a:pt x="5842" y="82550"/>
                    <a:pt x="4318" y="78994"/>
                  </a:cubicBezTo>
                  <a:cubicBezTo>
                    <a:pt x="2794" y="75438"/>
                    <a:pt x="1778" y="72009"/>
                    <a:pt x="1016" y="68326"/>
                  </a:cubicBezTo>
                  <a:cubicBezTo>
                    <a:pt x="254" y="64643"/>
                    <a:pt x="0" y="60960"/>
                    <a:pt x="0" y="57150"/>
                  </a:cubicBezTo>
                  <a:cubicBezTo>
                    <a:pt x="0" y="53340"/>
                    <a:pt x="381" y="49657"/>
                    <a:pt x="1143" y="45974"/>
                  </a:cubicBezTo>
                  <a:cubicBezTo>
                    <a:pt x="1905" y="42291"/>
                    <a:pt x="2921" y="38735"/>
                    <a:pt x="4445" y="35306"/>
                  </a:cubicBezTo>
                  <a:cubicBezTo>
                    <a:pt x="5969" y="31877"/>
                    <a:pt x="7493" y="28575"/>
                    <a:pt x="9652" y="25400"/>
                  </a:cubicBezTo>
                  <a:cubicBezTo>
                    <a:pt x="11811" y="22225"/>
                    <a:pt x="14097" y="19431"/>
                    <a:pt x="16764" y="16764"/>
                  </a:cubicBezTo>
                  <a:cubicBezTo>
                    <a:pt x="19431" y="14097"/>
                    <a:pt x="22352" y="11684"/>
                    <a:pt x="25400" y="9652"/>
                  </a:cubicBezTo>
                  <a:cubicBezTo>
                    <a:pt x="28448" y="7620"/>
                    <a:pt x="31877" y="5842"/>
                    <a:pt x="35306" y="4318"/>
                  </a:cubicBezTo>
                  <a:cubicBezTo>
                    <a:pt x="38735" y="2794"/>
                    <a:pt x="42291" y="1778"/>
                    <a:pt x="45974" y="1016"/>
                  </a:cubicBezTo>
                  <a:cubicBezTo>
                    <a:pt x="49657" y="254"/>
                    <a:pt x="53340" y="0"/>
                    <a:pt x="57150" y="0"/>
                  </a:cubicBezTo>
                  <a:cubicBezTo>
                    <a:pt x="60960" y="0"/>
                    <a:pt x="64643" y="381"/>
                    <a:pt x="68326" y="1143"/>
                  </a:cubicBezTo>
                  <a:cubicBezTo>
                    <a:pt x="72009" y="1905"/>
                    <a:pt x="75565" y="2921"/>
                    <a:pt x="78994" y="4445"/>
                  </a:cubicBezTo>
                  <a:cubicBezTo>
                    <a:pt x="82423" y="5969"/>
                    <a:pt x="85725" y="7620"/>
                    <a:pt x="88900" y="9779"/>
                  </a:cubicBezTo>
                  <a:cubicBezTo>
                    <a:pt x="92075" y="11938"/>
                    <a:pt x="94869" y="14224"/>
                    <a:pt x="97536" y="16891"/>
                  </a:cubicBezTo>
                  <a:cubicBezTo>
                    <a:pt x="100203" y="19558"/>
                    <a:pt x="102616" y="22479"/>
                    <a:pt x="104648" y="25527"/>
                  </a:cubicBezTo>
                  <a:cubicBezTo>
                    <a:pt x="106680" y="28575"/>
                    <a:pt x="108458" y="32004"/>
                    <a:pt x="109982" y="35433"/>
                  </a:cubicBezTo>
                  <a:cubicBezTo>
                    <a:pt x="111506" y="38862"/>
                    <a:pt x="112522" y="42418"/>
                    <a:pt x="113284" y="46101"/>
                  </a:cubicBezTo>
                  <a:cubicBezTo>
                    <a:pt x="114046" y="49784"/>
                    <a:pt x="114300" y="53340"/>
                    <a:pt x="114300" y="57150"/>
                  </a:cubicBezTo>
                  <a:close/>
                </a:path>
              </a:pathLst>
            </a:custGeom>
            <a:solidFill>
              <a:srgbClr val="FFFFFF"/>
            </a:solidFill>
          </p:spPr>
        </p:sp>
      </p:grpSp>
      <p:sp>
        <p:nvSpPr>
          <p:cNvPr id="30" name="TextBox 30"/>
          <p:cNvSpPr txBox="1"/>
          <p:nvPr/>
        </p:nvSpPr>
        <p:spPr>
          <a:xfrm>
            <a:off x="9144000" y="3066764"/>
            <a:ext cx="4641390" cy="551433"/>
          </a:xfrm>
          <a:prstGeom prst="rect">
            <a:avLst/>
          </a:prstGeom>
        </p:spPr>
        <p:txBody>
          <a:bodyPr lIns="0" tIns="0" rIns="0" bIns="0" rtlCol="0" anchor="t">
            <a:spAutoFit/>
          </a:bodyPr>
          <a:lstStyle/>
          <a:p>
            <a:pPr algn="l">
              <a:lnSpc>
                <a:spcPts val="4275"/>
              </a:lnSpc>
            </a:pPr>
            <a:r>
              <a:rPr lang="en-US" sz="4000" dirty="0">
                <a:solidFill>
                  <a:schemeClr val="bg1">
                    <a:lumMod val="95000"/>
                  </a:schemeClr>
                </a:solidFill>
                <a:latin typeface="Times New Roman"/>
                <a:ea typeface="Times New Roman"/>
                <a:cs typeface="Times New Roman"/>
                <a:sym typeface="Times New Roman"/>
              </a:rPr>
              <a:t>Usage of the Website</a:t>
            </a:r>
          </a:p>
        </p:txBody>
      </p:sp>
      <p:sp>
        <p:nvSpPr>
          <p:cNvPr id="31" name="TextBox 31"/>
          <p:cNvSpPr txBox="1"/>
          <p:nvPr/>
        </p:nvSpPr>
        <p:spPr>
          <a:xfrm>
            <a:off x="10002736" y="4152614"/>
            <a:ext cx="7987894" cy="3308598"/>
          </a:xfrm>
          <a:prstGeom prst="rect">
            <a:avLst/>
          </a:prstGeom>
        </p:spPr>
        <p:txBody>
          <a:bodyPr lIns="0" tIns="0" rIns="0" bIns="0" rtlCol="0" anchor="t">
            <a:spAutoFit/>
          </a:bodyPr>
          <a:lstStyle/>
          <a:p>
            <a:pPr algn="l">
              <a:lnSpc>
                <a:spcPts val="4275"/>
              </a:lnSpc>
            </a:pPr>
            <a:r>
              <a:rPr lang="en-US" sz="3977" dirty="0">
                <a:latin typeface="Times New Roman"/>
                <a:ea typeface="Times New Roman"/>
                <a:cs typeface="Times New Roman"/>
                <a:sym typeface="Times New Roman"/>
              </a:rPr>
              <a:t>Login/Sign-up for users and admins. Browse Products and post reviews. View verified reviews only. Admin Panel to monitor flagged or suspicious reviews. Real-time feedback on review authenticity</a:t>
            </a:r>
            <a:r>
              <a:rPr lang="en-US" sz="3977" dirty="0">
                <a:solidFill>
                  <a:srgbClr val="FFFFFF"/>
                </a:solidFill>
                <a:latin typeface="Times New Roman"/>
                <a:ea typeface="Times New Roman"/>
                <a:cs typeface="Times New Roman"/>
                <a:sym typeface="Times New Roman"/>
              </a:rPr>
              <a:t>.</a:t>
            </a:r>
          </a:p>
        </p:txBody>
      </p:sp>
      <p:sp>
        <p:nvSpPr>
          <p:cNvPr id="32" name="TextBox 32"/>
          <p:cNvSpPr txBox="1"/>
          <p:nvPr/>
        </p:nvSpPr>
        <p:spPr>
          <a:xfrm>
            <a:off x="1762725" y="3062869"/>
            <a:ext cx="6856809" cy="4170565"/>
          </a:xfrm>
          <a:prstGeom prst="rect">
            <a:avLst/>
          </a:prstGeom>
        </p:spPr>
        <p:txBody>
          <a:bodyPr lIns="0" tIns="0" rIns="0" bIns="0" rtlCol="0" anchor="t">
            <a:spAutoFit/>
          </a:bodyPr>
          <a:lstStyle/>
          <a:p>
            <a:pPr algn="l">
              <a:lnSpc>
                <a:spcPts val="4725"/>
              </a:lnSpc>
            </a:pPr>
            <a:r>
              <a:rPr lang="en-US" sz="3399" b="1" dirty="0">
                <a:latin typeface="Times New Roman Bold"/>
                <a:ea typeface="Times New Roman Bold"/>
                <a:cs typeface="Times New Roman Bold"/>
                <a:sym typeface="Times New Roman Bold"/>
              </a:rPr>
              <a:t>Improves user trust in e-commerce platforms. Enhances shopping experience. Helps businesses maintain fair competition. Reduces reputation damage from fake reviews. Useful for product comparison and decision-making</a:t>
            </a:r>
            <a:r>
              <a:rPr lang="en-US" sz="3399" b="1" dirty="0">
                <a:solidFill>
                  <a:srgbClr val="FFFFFF"/>
                </a:solidFill>
                <a:latin typeface="Times New Roman Bold"/>
                <a:ea typeface="Times New Roman Bold"/>
                <a:cs typeface="Times New Roman Bold"/>
                <a:sym typeface="Times New Roman Bold"/>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12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0" y="-948690"/>
            <a:ext cx="18288000" cy="12182475"/>
          </a:xfrm>
          <a:custGeom>
            <a:avLst/>
            <a:gdLst/>
            <a:ahLst/>
            <a:cxnLst/>
            <a:rect l="l" t="t" r="r" b="b"/>
            <a:pathLst>
              <a:path w="18288000" h="12182475">
                <a:moveTo>
                  <a:pt x="0" y="0"/>
                </a:moveTo>
                <a:lnTo>
                  <a:pt x="18288000" y="0"/>
                </a:lnTo>
                <a:lnTo>
                  <a:pt x="18288000" y="12182475"/>
                </a:lnTo>
                <a:lnTo>
                  <a:pt x="0" y="12182475"/>
                </a:lnTo>
                <a:lnTo>
                  <a:pt x="0" y="0"/>
                </a:lnTo>
                <a:close/>
              </a:path>
            </a:pathLst>
          </a:custGeom>
          <a:blipFill>
            <a:blip r:embed="rId4">
              <a:alphaModFix amt="12000"/>
            </a:blip>
            <a:stretch>
              <a:fillRect/>
            </a:stretch>
          </a:blipFill>
        </p:spPr>
      </p:sp>
      <p:sp>
        <p:nvSpPr>
          <p:cNvPr id="4" name="Freeform 4"/>
          <p:cNvSpPr/>
          <p:nvPr/>
        </p:nvSpPr>
        <p:spPr>
          <a:xfrm>
            <a:off x="1712566" y="965206"/>
            <a:ext cx="678409" cy="641347"/>
          </a:xfrm>
          <a:custGeom>
            <a:avLst/>
            <a:gdLst/>
            <a:ahLst/>
            <a:cxnLst/>
            <a:rect l="l" t="t" r="r" b="b"/>
            <a:pathLst>
              <a:path w="678409" h="641347">
                <a:moveTo>
                  <a:pt x="0" y="0"/>
                </a:moveTo>
                <a:lnTo>
                  <a:pt x="678409" y="0"/>
                </a:lnTo>
                <a:lnTo>
                  <a:pt x="678409" y="641347"/>
                </a:lnTo>
                <a:lnTo>
                  <a:pt x="0" y="641347"/>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5" name="Freeform 5"/>
          <p:cNvSpPr/>
          <p:nvPr/>
        </p:nvSpPr>
        <p:spPr>
          <a:xfrm>
            <a:off x="1790700" y="1028700"/>
            <a:ext cx="533400" cy="507997"/>
          </a:xfrm>
          <a:custGeom>
            <a:avLst/>
            <a:gdLst/>
            <a:ahLst/>
            <a:cxnLst/>
            <a:rect l="l" t="t" r="r" b="b"/>
            <a:pathLst>
              <a:path w="533400" h="507997">
                <a:moveTo>
                  <a:pt x="0" y="0"/>
                </a:moveTo>
                <a:lnTo>
                  <a:pt x="533400" y="0"/>
                </a:lnTo>
                <a:lnTo>
                  <a:pt x="533400" y="507997"/>
                </a:lnTo>
                <a:lnTo>
                  <a:pt x="0" y="507997"/>
                </a:lnTo>
                <a:lnTo>
                  <a:pt x="0" y="0"/>
                </a:lnTo>
                <a:close/>
              </a:path>
            </a:pathLst>
          </a:custGeom>
          <a:blipFill>
            <a:blip r:embed="rId7"/>
            <a:stretch>
              <a:fillRect/>
            </a:stretch>
          </a:blipFill>
        </p:spPr>
      </p:sp>
      <p:sp>
        <p:nvSpPr>
          <p:cNvPr id="6" name="Freeform 6"/>
          <p:cNvSpPr/>
          <p:nvPr/>
        </p:nvSpPr>
        <p:spPr>
          <a:xfrm>
            <a:off x="3640912" y="3153699"/>
            <a:ext cx="2568111" cy="2568111"/>
          </a:xfrm>
          <a:custGeom>
            <a:avLst/>
            <a:gdLst/>
            <a:ahLst/>
            <a:cxnLst/>
            <a:rect l="l" t="t" r="r" b="b"/>
            <a:pathLst>
              <a:path w="2568111" h="2568111">
                <a:moveTo>
                  <a:pt x="0" y="0"/>
                </a:moveTo>
                <a:lnTo>
                  <a:pt x="2568112" y="0"/>
                </a:lnTo>
                <a:lnTo>
                  <a:pt x="2568112" y="2568111"/>
                </a:lnTo>
                <a:lnTo>
                  <a:pt x="0" y="2568111"/>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1712633" y="8951728"/>
            <a:ext cx="2860615" cy="611629"/>
          </a:xfrm>
          <a:custGeom>
            <a:avLst/>
            <a:gdLst/>
            <a:ahLst/>
            <a:cxnLst/>
            <a:rect l="l" t="t" r="r" b="b"/>
            <a:pathLst>
              <a:path w="2860615" h="611629">
                <a:moveTo>
                  <a:pt x="0" y="0"/>
                </a:moveTo>
                <a:lnTo>
                  <a:pt x="2860615" y="0"/>
                </a:lnTo>
                <a:lnTo>
                  <a:pt x="2860615" y="611629"/>
                </a:lnTo>
                <a:lnTo>
                  <a:pt x="0" y="611629"/>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8" name="Freeform 8"/>
          <p:cNvSpPr/>
          <p:nvPr/>
        </p:nvSpPr>
        <p:spPr>
          <a:xfrm>
            <a:off x="15517368" y="1021185"/>
            <a:ext cx="1804025" cy="575453"/>
          </a:xfrm>
          <a:custGeom>
            <a:avLst/>
            <a:gdLst/>
            <a:ahLst/>
            <a:cxnLst/>
            <a:rect l="l" t="t" r="r" b="b"/>
            <a:pathLst>
              <a:path w="1804025" h="575453">
                <a:moveTo>
                  <a:pt x="0" y="0"/>
                </a:moveTo>
                <a:lnTo>
                  <a:pt x="1804025" y="0"/>
                </a:lnTo>
                <a:lnTo>
                  <a:pt x="1804025" y="575453"/>
                </a:lnTo>
                <a:lnTo>
                  <a:pt x="0" y="575453"/>
                </a:lnTo>
                <a:lnTo>
                  <a:pt x="0" y="0"/>
                </a:lnTo>
                <a:close/>
              </a:path>
            </a:pathLst>
          </a:custGeom>
          <a:blipFill>
            <a:blip r:embed="rId12">
              <a:extLst>
                <a:ext uri="{96DAC541-7B7A-43D3-8B79-37D633B846F1}">
                  <asvg:svgBlip xmlns:asvg="http://schemas.microsoft.com/office/drawing/2016/SVG/main" xmlns="" r:embed="rId13"/>
                </a:ext>
              </a:extLst>
            </a:blip>
            <a:stretch>
              <a:fillRect/>
            </a:stretch>
          </a:blipFill>
        </p:spPr>
      </p:sp>
      <p:grpSp>
        <p:nvGrpSpPr>
          <p:cNvPr id="9" name="Group 9"/>
          <p:cNvGrpSpPr>
            <a:grpSpLocks noChangeAspect="1"/>
          </p:cNvGrpSpPr>
          <p:nvPr/>
        </p:nvGrpSpPr>
        <p:grpSpPr>
          <a:xfrm>
            <a:off x="3796856" y="3309642"/>
            <a:ext cx="2256215" cy="2255263"/>
            <a:chOff x="0" y="0"/>
            <a:chExt cx="3008287" cy="3007017"/>
          </a:xfrm>
        </p:grpSpPr>
        <p:sp>
          <p:nvSpPr>
            <p:cNvPr id="10" name="Freeform 10"/>
            <p:cNvSpPr/>
            <p:nvPr/>
          </p:nvSpPr>
          <p:spPr>
            <a:xfrm>
              <a:off x="0" y="0"/>
              <a:ext cx="3008249" cy="3006979"/>
            </a:xfrm>
            <a:custGeom>
              <a:avLst/>
              <a:gdLst/>
              <a:ahLst/>
              <a:cxnLst/>
              <a:rect l="l" t="t" r="r" b="b"/>
              <a:pathLst>
                <a:path w="3008249" h="3006979">
                  <a:moveTo>
                    <a:pt x="1504188" y="0"/>
                  </a:moveTo>
                  <a:cubicBezTo>
                    <a:pt x="673481" y="0"/>
                    <a:pt x="0" y="673481"/>
                    <a:pt x="0" y="1504188"/>
                  </a:cubicBezTo>
                  <a:cubicBezTo>
                    <a:pt x="0" y="2313940"/>
                    <a:pt x="639953" y="2974340"/>
                    <a:pt x="1441704" y="3006979"/>
                  </a:cubicBezTo>
                  <a:lnTo>
                    <a:pt x="1566545" y="3006979"/>
                  </a:lnTo>
                  <a:cubicBezTo>
                    <a:pt x="2368296" y="2974213"/>
                    <a:pt x="3008249" y="2313940"/>
                    <a:pt x="3008249" y="1504061"/>
                  </a:cubicBezTo>
                  <a:cubicBezTo>
                    <a:pt x="3008249" y="673481"/>
                    <a:pt x="2334895" y="0"/>
                    <a:pt x="1504188" y="0"/>
                  </a:cubicBezTo>
                  <a:close/>
                </a:path>
              </a:pathLst>
            </a:custGeom>
            <a:blipFill>
              <a:blip r:embed="rId14"/>
              <a:stretch>
                <a:fillRect l="-45465" r="-45474" b="-1"/>
              </a:stretch>
            </a:blipFill>
          </p:spPr>
        </p:sp>
      </p:grpSp>
      <p:sp>
        <p:nvSpPr>
          <p:cNvPr id="11" name="Freeform 11"/>
          <p:cNvSpPr/>
          <p:nvPr/>
        </p:nvSpPr>
        <p:spPr>
          <a:xfrm>
            <a:off x="6489792" y="3153699"/>
            <a:ext cx="2568111" cy="2568111"/>
          </a:xfrm>
          <a:custGeom>
            <a:avLst/>
            <a:gdLst/>
            <a:ahLst/>
            <a:cxnLst/>
            <a:rect l="l" t="t" r="r" b="b"/>
            <a:pathLst>
              <a:path w="2568111" h="2568111">
                <a:moveTo>
                  <a:pt x="0" y="0"/>
                </a:moveTo>
                <a:lnTo>
                  <a:pt x="2568112" y="0"/>
                </a:lnTo>
                <a:lnTo>
                  <a:pt x="2568112" y="2568111"/>
                </a:lnTo>
                <a:lnTo>
                  <a:pt x="0" y="2568111"/>
                </a:lnTo>
                <a:lnTo>
                  <a:pt x="0" y="0"/>
                </a:lnTo>
                <a:close/>
              </a:path>
            </a:pathLst>
          </a:custGeom>
          <a:blipFill>
            <a:blip r:embed="rId8">
              <a:extLst>
                <a:ext uri="{96DAC541-7B7A-43D3-8B79-37D633B846F1}">
                  <asvg:svgBlip xmlns:asvg="http://schemas.microsoft.com/office/drawing/2016/SVG/main" xmlns="" r:embed="rId15"/>
                </a:ext>
              </a:extLst>
            </a:blip>
            <a:stretch>
              <a:fillRect/>
            </a:stretch>
          </a:blipFill>
        </p:spPr>
      </p:sp>
      <p:grpSp>
        <p:nvGrpSpPr>
          <p:cNvPr id="12" name="Group 12"/>
          <p:cNvGrpSpPr>
            <a:grpSpLocks noChangeAspect="1"/>
          </p:cNvGrpSpPr>
          <p:nvPr/>
        </p:nvGrpSpPr>
        <p:grpSpPr>
          <a:xfrm>
            <a:off x="6645735" y="3309642"/>
            <a:ext cx="2256215" cy="2255263"/>
            <a:chOff x="0" y="0"/>
            <a:chExt cx="3008287" cy="3007017"/>
          </a:xfrm>
        </p:grpSpPr>
        <p:sp>
          <p:nvSpPr>
            <p:cNvPr id="13" name="Freeform 13"/>
            <p:cNvSpPr/>
            <p:nvPr/>
          </p:nvSpPr>
          <p:spPr>
            <a:xfrm>
              <a:off x="0" y="0"/>
              <a:ext cx="3008249" cy="3006979"/>
            </a:xfrm>
            <a:custGeom>
              <a:avLst/>
              <a:gdLst/>
              <a:ahLst/>
              <a:cxnLst/>
              <a:rect l="l" t="t" r="r" b="b"/>
              <a:pathLst>
                <a:path w="3008249" h="3006979">
                  <a:moveTo>
                    <a:pt x="1504188" y="0"/>
                  </a:moveTo>
                  <a:cubicBezTo>
                    <a:pt x="673481" y="0"/>
                    <a:pt x="0" y="673481"/>
                    <a:pt x="0" y="1504188"/>
                  </a:cubicBezTo>
                  <a:cubicBezTo>
                    <a:pt x="0" y="2313940"/>
                    <a:pt x="639953" y="2974340"/>
                    <a:pt x="1441704" y="3006979"/>
                  </a:cubicBezTo>
                  <a:lnTo>
                    <a:pt x="1566545" y="3006979"/>
                  </a:lnTo>
                  <a:cubicBezTo>
                    <a:pt x="2368296" y="2974213"/>
                    <a:pt x="3008249" y="2313940"/>
                    <a:pt x="3008249" y="1504061"/>
                  </a:cubicBezTo>
                  <a:cubicBezTo>
                    <a:pt x="3008249" y="673481"/>
                    <a:pt x="2334895" y="0"/>
                    <a:pt x="1504188" y="0"/>
                  </a:cubicBezTo>
                  <a:close/>
                </a:path>
              </a:pathLst>
            </a:custGeom>
            <a:blipFill>
              <a:blip r:embed="rId16"/>
              <a:stretch>
                <a:fillRect l="-25047" r="-25076" b="-1"/>
              </a:stretch>
            </a:blipFill>
          </p:spPr>
        </p:sp>
      </p:grpSp>
      <p:sp>
        <p:nvSpPr>
          <p:cNvPr id="14" name="Freeform 14"/>
          <p:cNvSpPr/>
          <p:nvPr/>
        </p:nvSpPr>
        <p:spPr>
          <a:xfrm>
            <a:off x="9340482" y="3275743"/>
            <a:ext cx="2568111" cy="2568111"/>
          </a:xfrm>
          <a:custGeom>
            <a:avLst/>
            <a:gdLst/>
            <a:ahLst/>
            <a:cxnLst/>
            <a:rect l="l" t="t" r="r" b="b"/>
            <a:pathLst>
              <a:path w="2568111" h="2568111">
                <a:moveTo>
                  <a:pt x="0" y="0"/>
                </a:moveTo>
                <a:lnTo>
                  <a:pt x="2568111" y="0"/>
                </a:lnTo>
                <a:lnTo>
                  <a:pt x="2568111" y="2568111"/>
                </a:lnTo>
                <a:lnTo>
                  <a:pt x="0" y="2568111"/>
                </a:lnTo>
                <a:lnTo>
                  <a:pt x="0" y="0"/>
                </a:lnTo>
                <a:close/>
              </a:path>
            </a:pathLst>
          </a:custGeom>
          <a:blipFill>
            <a:blip r:embed="rId8">
              <a:extLst>
                <a:ext uri="{96DAC541-7B7A-43D3-8B79-37D633B846F1}">
                  <asvg:svgBlip xmlns:asvg="http://schemas.microsoft.com/office/drawing/2016/SVG/main" xmlns="" r:embed="rId17"/>
                </a:ext>
              </a:extLst>
            </a:blip>
            <a:stretch>
              <a:fillRect/>
            </a:stretch>
          </a:blipFill>
        </p:spPr>
      </p:sp>
      <p:grpSp>
        <p:nvGrpSpPr>
          <p:cNvPr id="15" name="Group 15"/>
          <p:cNvGrpSpPr>
            <a:grpSpLocks noChangeAspect="1"/>
          </p:cNvGrpSpPr>
          <p:nvPr/>
        </p:nvGrpSpPr>
        <p:grpSpPr>
          <a:xfrm>
            <a:off x="9496425" y="3431696"/>
            <a:ext cx="2256215" cy="2255263"/>
            <a:chOff x="0" y="0"/>
            <a:chExt cx="3008287" cy="3007017"/>
          </a:xfrm>
        </p:grpSpPr>
        <p:sp>
          <p:nvSpPr>
            <p:cNvPr id="16" name="Freeform 16"/>
            <p:cNvSpPr/>
            <p:nvPr/>
          </p:nvSpPr>
          <p:spPr>
            <a:xfrm>
              <a:off x="0" y="0"/>
              <a:ext cx="3008249" cy="3006979"/>
            </a:xfrm>
            <a:custGeom>
              <a:avLst/>
              <a:gdLst/>
              <a:ahLst/>
              <a:cxnLst/>
              <a:rect l="l" t="t" r="r" b="b"/>
              <a:pathLst>
                <a:path w="3008249" h="3006979">
                  <a:moveTo>
                    <a:pt x="1503299" y="0"/>
                  </a:moveTo>
                  <a:cubicBezTo>
                    <a:pt x="672973" y="508"/>
                    <a:pt x="0" y="673735"/>
                    <a:pt x="0" y="1504188"/>
                  </a:cubicBezTo>
                  <a:cubicBezTo>
                    <a:pt x="0" y="2313940"/>
                    <a:pt x="639953" y="2974340"/>
                    <a:pt x="1441704" y="3006979"/>
                  </a:cubicBezTo>
                  <a:lnTo>
                    <a:pt x="1566545" y="3006979"/>
                  </a:lnTo>
                  <a:cubicBezTo>
                    <a:pt x="2368296" y="2974213"/>
                    <a:pt x="3008249" y="2313940"/>
                    <a:pt x="3008249" y="1504061"/>
                  </a:cubicBezTo>
                  <a:cubicBezTo>
                    <a:pt x="3008249" y="673735"/>
                    <a:pt x="2335403" y="508"/>
                    <a:pt x="1505077" y="0"/>
                  </a:cubicBezTo>
                  <a:close/>
                </a:path>
              </a:pathLst>
            </a:custGeom>
            <a:blipFill>
              <a:blip r:embed="rId18"/>
              <a:stretch>
                <a:fillRect l="-38889" r="-38908" b="-1"/>
              </a:stretch>
            </a:blipFill>
          </p:spPr>
        </p:sp>
      </p:grpSp>
      <p:sp>
        <p:nvSpPr>
          <p:cNvPr id="17" name="Freeform 17"/>
          <p:cNvSpPr/>
          <p:nvPr/>
        </p:nvSpPr>
        <p:spPr>
          <a:xfrm>
            <a:off x="12348172" y="3153699"/>
            <a:ext cx="2568111" cy="2568111"/>
          </a:xfrm>
          <a:custGeom>
            <a:avLst/>
            <a:gdLst/>
            <a:ahLst/>
            <a:cxnLst/>
            <a:rect l="l" t="t" r="r" b="b"/>
            <a:pathLst>
              <a:path w="2568111" h="2568111">
                <a:moveTo>
                  <a:pt x="0" y="0"/>
                </a:moveTo>
                <a:lnTo>
                  <a:pt x="2568111" y="0"/>
                </a:lnTo>
                <a:lnTo>
                  <a:pt x="2568111" y="2568111"/>
                </a:lnTo>
                <a:lnTo>
                  <a:pt x="0" y="2568111"/>
                </a:lnTo>
                <a:lnTo>
                  <a:pt x="0" y="0"/>
                </a:lnTo>
                <a:close/>
              </a:path>
            </a:pathLst>
          </a:custGeom>
          <a:blipFill>
            <a:blip r:embed="rId8">
              <a:extLst>
                <a:ext uri="{96DAC541-7B7A-43D3-8B79-37D633B846F1}">
                  <asvg:svgBlip xmlns:asvg="http://schemas.microsoft.com/office/drawing/2016/SVG/main" xmlns="" r:embed="rId19"/>
                </a:ext>
              </a:extLst>
            </a:blip>
            <a:stretch>
              <a:fillRect/>
            </a:stretch>
          </a:blipFill>
        </p:spPr>
      </p:sp>
      <p:grpSp>
        <p:nvGrpSpPr>
          <p:cNvPr id="18" name="Group 18"/>
          <p:cNvGrpSpPr>
            <a:grpSpLocks noChangeAspect="1"/>
          </p:cNvGrpSpPr>
          <p:nvPr/>
        </p:nvGrpSpPr>
        <p:grpSpPr>
          <a:xfrm>
            <a:off x="12504125" y="3309642"/>
            <a:ext cx="2256215" cy="2255263"/>
            <a:chOff x="0" y="0"/>
            <a:chExt cx="3008287" cy="3007017"/>
          </a:xfrm>
        </p:grpSpPr>
        <p:sp>
          <p:nvSpPr>
            <p:cNvPr id="19" name="Freeform 19"/>
            <p:cNvSpPr/>
            <p:nvPr/>
          </p:nvSpPr>
          <p:spPr>
            <a:xfrm>
              <a:off x="0" y="0"/>
              <a:ext cx="3008249" cy="3006979"/>
            </a:xfrm>
            <a:custGeom>
              <a:avLst/>
              <a:gdLst/>
              <a:ahLst/>
              <a:cxnLst/>
              <a:rect l="l" t="t" r="r" b="b"/>
              <a:pathLst>
                <a:path w="3008249" h="3006979">
                  <a:moveTo>
                    <a:pt x="1504188" y="0"/>
                  </a:moveTo>
                  <a:cubicBezTo>
                    <a:pt x="673481" y="0"/>
                    <a:pt x="0" y="673481"/>
                    <a:pt x="0" y="1504188"/>
                  </a:cubicBezTo>
                  <a:cubicBezTo>
                    <a:pt x="0" y="2313940"/>
                    <a:pt x="639953" y="2974340"/>
                    <a:pt x="1441704" y="3006979"/>
                  </a:cubicBezTo>
                  <a:lnTo>
                    <a:pt x="1566545" y="3006979"/>
                  </a:lnTo>
                  <a:cubicBezTo>
                    <a:pt x="2368296" y="2974213"/>
                    <a:pt x="3008249" y="2313940"/>
                    <a:pt x="3008249" y="1504061"/>
                  </a:cubicBezTo>
                  <a:cubicBezTo>
                    <a:pt x="3008249" y="673481"/>
                    <a:pt x="2334895" y="0"/>
                    <a:pt x="1504188" y="0"/>
                  </a:cubicBezTo>
                  <a:close/>
                </a:path>
              </a:pathLst>
            </a:custGeom>
            <a:blipFill>
              <a:blip r:embed="rId20"/>
              <a:stretch>
                <a:fillRect l="-39024" r="-39050" b="-1"/>
              </a:stretch>
            </a:blipFill>
          </p:spPr>
        </p:sp>
      </p:grpSp>
      <p:sp>
        <p:nvSpPr>
          <p:cNvPr id="20" name="Freeform 20"/>
          <p:cNvSpPr/>
          <p:nvPr/>
        </p:nvSpPr>
        <p:spPr>
          <a:xfrm>
            <a:off x="6507480" y="1962912"/>
            <a:ext cx="5123688" cy="883920"/>
          </a:xfrm>
          <a:custGeom>
            <a:avLst/>
            <a:gdLst/>
            <a:ahLst/>
            <a:cxnLst/>
            <a:rect l="l" t="t" r="r" b="b"/>
            <a:pathLst>
              <a:path w="5123688" h="883920">
                <a:moveTo>
                  <a:pt x="0" y="0"/>
                </a:moveTo>
                <a:lnTo>
                  <a:pt x="5123688" y="0"/>
                </a:lnTo>
                <a:lnTo>
                  <a:pt x="5123688" y="883920"/>
                </a:lnTo>
                <a:lnTo>
                  <a:pt x="0" y="883920"/>
                </a:lnTo>
                <a:lnTo>
                  <a:pt x="0" y="0"/>
                </a:lnTo>
                <a:close/>
              </a:path>
            </a:pathLst>
          </a:custGeom>
          <a:blipFill>
            <a:blip r:embed="rId21"/>
            <a:stretch>
              <a:fillRect/>
            </a:stretch>
          </a:blipFill>
        </p:spPr>
      </p:sp>
      <p:sp>
        <p:nvSpPr>
          <p:cNvPr id="22" name="TextBox 22"/>
          <p:cNvSpPr txBox="1"/>
          <p:nvPr/>
        </p:nvSpPr>
        <p:spPr>
          <a:xfrm>
            <a:off x="5257800" y="6251600"/>
            <a:ext cx="8350187" cy="3254865"/>
          </a:xfrm>
          <a:prstGeom prst="rect">
            <a:avLst/>
          </a:prstGeom>
        </p:spPr>
        <p:txBody>
          <a:bodyPr wrap="square" lIns="0" tIns="0" rIns="0" bIns="0" rtlCol="0" anchor="t">
            <a:spAutoFit/>
          </a:bodyPr>
          <a:lstStyle/>
          <a:p>
            <a:pPr algn="l">
              <a:lnSpc>
                <a:spcPts val="4275"/>
              </a:lnSpc>
            </a:pPr>
            <a:r>
              <a:rPr lang="en-US" sz="2800" spc="23" dirty="0">
                <a:latin typeface="Times New Roman"/>
                <a:ea typeface="Times New Roman"/>
                <a:cs typeface="Times New Roman"/>
                <a:sym typeface="Times New Roman"/>
              </a:rPr>
              <a:t>1.False Positives</a:t>
            </a:r>
          </a:p>
          <a:p>
            <a:pPr algn="l">
              <a:lnSpc>
                <a:spcPts val="4275"/>
              </a:lnSpc>
            </a:pPr>
            <a:r>
              <a:rPr lang="en-US" sz="2800" spc="23" dirty="0">
                <a:latin typeface="Times New Roman"/>
                <a:ea typeface="Times New Roman"/>
                <a:cs typeface="Times New Roman"/>
                <a:sym typeface="Times New Roman"/>
              </a:rPr>
              <a:t> 2.High Operational Costs </a:t>
            </a:r>
          </a:p>
          <a:p>
            <a:pPr algn="l">
              <a:lnSpc>
                <a:spcPts val="4275"/>
              </a:lnSpc>
            </a:pPr>
            <a:r>
              <a:rPr lang="en-US" sz="2800" spc="23" dirty="0">
                <a:latin typeface="Times New Roman"/>
                <a:ea typeface="Times New Roman"/>
                <a:cs typeface="Times New Roman"/>
                <a:sym typeface="Times New Roman"/>
              </a:rPr>
              <a:t>3.Privacy Concerns</a:t>
            </a:r>
          </a:p>
          <a:p>
            <a:pPr algn="l">
              <a:lnSpc>
                <a:spcPts val="4275"/>
              </a:lnSpc>
            </a:pPr>
            <a:r>
              <a:rPr lang="en-US" sz="2800" spc="23" dirty="0">
                <a:latin typeface="Times New Roman"/>
                <a:ea typeface="Times New Roman"/>
                <a:cs typeface="Times New Roman"/>
                <a:sym typeface="Times New Roman"/>
              </a:rPr>
              <a:t> 4.Algorithm Limitations</a:t>
            </a:r>
          </a:p>
          <a:p>
            <a:pPr algn="l">
              <a:lnSpc>
                <a:spcPts val="4275"/>
              </a:lnSpc>
            </a:pPr>
            <a:r>
              <a:rPr lang="en-US" sz="2800" spc="23" dirty="0">
                <a:latin typeface="Times New Roman"/>
                <a:ea typeface="Times New Roman"/>
                <a:cs typeface="Times New Roman"/>
                <a:sym typeface="Times New Roman"/>
              </a:rPr>
              <a:t> 5.Delay in Review Publishing </a:t>
            </a:r>
          </a:p>
          <a:p>
            <a:pPr algn="l">
              <a:lnSpc>
                <a:spcPts val="4275"/>
              </a:lnSpc>
            </a:pPr>
            <a:r>
              <a:rPr lang="en-US" sz="2800" spc="23" dirty="0">
                <a:latin typeface="Times New Roman"/>
                <a:ea typeface="Times New Roman"/>
                <a:cs typeface="Times New Roman"/>
                <a:sym typeface="Times New Roman"/>
              </a:rPr>
              <a:t>6.Scalability Challenges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FF10B-91EE-217D-BBE2-323D7B65986B}"/>
              </a:ext>
            </a:extLst>
          </p:cNvPr>
          <p:cNvSpPr>
            <a:spLocks noGrp="1"/>
          </p:cNvSpPr>
          <p:nvPr>
            <p:ph type="title"/>
          </p:nvPr>
        </p:nvSpPr>
        <p:spPr>
          <a:xfrm>
            <a:off x="4572000" y="274638"/>
            <a:ext cx="9144000" cy="7688262"/>
          </a:xfrm>
        </p:spPr>
        <p:txBody>
          <a:bodyPr/>
          <a:lstStyle/>
          <a:p>
            <a:r>
              <a:rPr lang="en-IN" sz="7200" b="1" dirty="0">
                <a:latin typeface="Times New Roman" panose="02020603050405020304" pitchFamily="18" charset="0"/>
                <a:cs typeface="Times New Roman" panose="02020603050405020304" pitchFamily="18" charset="0"/>
              </a:rPr>
              <a:t>Phase-02</a:t>
            </a:r>
            <a:r>
              <a:rPr lang="en-IN" dirty="0"/>
              <a:t> </a:t>
            </a:r>
          </a:p>
        </p:txBody>
      </p:sp>
      <p:sp>
        <p:nvSpPr>
          <p:cNvPr id="3" name="Freeform 3">
            <a:extLst>
              <a:ext uri="{FF2B5EF4-FFF2-40B4-BE49-F238E27FC236}">
                <a16:creationId xmlns:a16="http://schemas.microsoft.com/office/drawing/2014/main" id="{3E849695-3E5B-96F8-A433-2EBF5EA4F146}"/>
              </a:ext>
            </a:extLst>
          </p:cNvPr>
          <p:cNvSpPr/>
          <p:nvPr/>
        </p:nvSpPr>
        <p:spPr>
          <a:xfrm>
            <a:off x="0" y="0"/>
            <a:ext cx="18287999" cy="10287000"/>
          </a:xfrm>
          <a:custGeom>
            <a:avLst/>
            <a:gdLst/>
            <a:ahLst/>
            <a:cxnLst/>
            <a:rect l="l" t="t" r="r" b="b"/>
            <a:pathLst>
              <a:path w="18288000" h="11430000">
                <a:moveTo>
                  <a:pt x="0" y="0"/>
                </a:moveTo>
                <a:lnTo>
                  <a:pt x="18288000" y="0"/>
                </a:lnTo>
                <a:lnTo>
                  <a:pt x="18288000" y="11430000"/>
                </a:lnTo>
                <a:lnTo>
                  <a:pt x="0" y="11430000"/>
                </a:lnTo>
                <a:lnTo>
                  <a:pt x="0" y="0"/>
                </a:lnTo>
                <a:close/>
              </a:path>
            </a:pathLst>
          </a:custGeom>
          <a:blipFill>
            <a:blip r:embed="rId2">
              <a:alphaModFix amt="18000"/>
            </a:blip>
            <a:stretch>
              <a:fillRect/>
            </a:stretch>
          </a:blipFill>
        </p:spPr>
        <p:txBody>
          <a:bodyPr/>
          <a:lstStyle/>
          <a:p>
            <a:endParaRPr lang="en-IN" dirty="0"/>
          </a:p>
        </p:txBody>
      </p:sp>
      <p:sp>
        <p:nvSpPr>
          <p:cNvPr id="4" name="Freeform 4">
            <a:extLst>
              <a:ext uri="{FF2B5EF4-FFF2-40B4-BE49-F238E27FC236}">
                <a16:creationId xmlns:a16="http://schemas.microsoft.com/office/drawing/2014/main" id="{EB595FFD-A6D3-A13D-148E-406944A6B5F5}"/>
              </a:ext>
            </a:extLst>
          </p:cNvPr>
          <p:cNvSpPr/>
          <p:nvPr/>
        </p:nvSpPr>
        <p:spPr>
          <a:xfrm>
            <a:off x="1712633" y="8951728"/>
            <a:ext cx="2860615" cy="611629"/>
          </a:xfrm>
          <a:custGeom>
            <a:avLst/>
            <a:gdLst/>
            <a:ahLst/>
            <a:cxnLst/>
            <a:rect l="l" t="t" r="r" b="b"/>
            <a:pathLst>
              <a:path w="2860615" h="611629">
                <a:moveTo>
                  <a:pt x="0" y="0"/>
                </a:moveTo>
                <a:lnTo>
                  <a:pt x="2860615" y="0"/>
                </a:lnTo>
                <a:lnTo>
                  <a:pt x="2860615" y="611629"/>
                </a:lnTo>
                <a:lnTo>
                  <a:pt x="0" y="61162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5" name="Freeform 8">
            <a:extLst>
              <a:ext uri="{FF2B5EF4-FFF2-40B4-BE49-F238E27FC236}">
                <a16:creationId xmlns:a16="http://schemas.microsoft.com/office/drawing/2014/main" id="{5480B40A-4581-9578-728C-9DC6B16AC6A7}"/>
              </a:ext>
            </a:extLst>
          </p:cNvPr>
          <p:cNvSpPr/>
          <p:nvPr/>
        </p:nvSpPr>
        <p:spPr>
          <a:xfrm>
            <a:off x="15517368" y="1021185"/>
            <a:ext cx="1804025" cy="575453"/>
          </a:xfrm>
          <a:custGeom>
            <a:avLst/>
            <a:gdLst/>
            <a:ahLst/>
            <a:cxnLst/>
            <a:rect l="l" t="t" r="r" b="b"/>
            <a:pathLst>
              <a:path w="1804025" h="575453">
                <a:moveTo>
                  <a:pt x="0" y="0"/>
                </a:moveTo>
                <a:lnTo>
                  <a:pt x="1804025" y="0"/>
                </a:lnTo>
                <a:lnTo>
                  <a:pt x="1804025" y="575453"/>
                </a:lnTo>
                <a:lnTo>
                  <a:pt x="0" y="575453"/>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Tree>
    <p:extLst>
      <p:ext uri="{BB962C8B-B14F-4D97-AF65-F5344CB8AC3E}">
        <p14:creationId xmlns:p14="http://schemas.microsoft.com/office/powerpoint/2010/main" val="527608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C79A2-A0C7-70B3-33B6-32C7D98A1325}"/>
              </a:ext>
            </a:extLst>
          </p:cNvPr>
          <p:cNvSpPr>
            <a:spLocks noGrp="1"/>
          </p:cNvSpPr>
          <p:nvPr>
            <p:ph type="title"/>
          </p:nvPr>
        </p:nvSpPr>
        <p:spPr>
          <a:xfrm>
            <a:off x="457200" y="274638"/>
            <a:ext cx="8229600" cy="2430462"/>
          </a:xfrm>
        </p:spPr>
        <p:txBody>
          <a:bodyPr/>
          <a:lstStyle/>
          <a:p>
            <a:r>
              <a:rPr lang="en-IN" dirty="0">
                <a:latin typeface="Times New Roman" panose="02020603050405020304" pitchFamily="18" charset="0"/>
                <a:cs typeface="Times New Roman" panose="02020603050405020304" pitchFamily="18" charset="0"/>
              </a:rPr>
              <a:t>System Architecture</a:t>
            </a:r>
          </a:p>
        </p:txBody>
      </p:sp>
      <p:pic>
        <p:nvPicPr>
          <p:cNvPr id="5" name="Content Placeholder 4">
            <a:extLst>
              <a:ext uri="{FF2B5EF4-FFF2-40B4-BE49-F238E27FC236}">
                <a16:creationId xmlns:a16="http://schemas.microsoft.com/office/drawing/2014/main" id="{A40A67A0-4392-8943-8BED-C98F5FC9EF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0" y="3588004"/>
            <a:ext cx="13868400" cy="3612896"/>
          </a:xfrm>
        </p:spPr>
      </p:pic>
      <p:sp>
        <p:nvSpPr>
          <p:cNvPr id="8" name="Freeform 3">
            <a:extLst>
              <a:ext uri="{FF2B5EF4-FFF2-40B4-BE49-F238E27FC236}">
                <a16:creationId xmlns:a16="http://schemas.microsoft.com/office/drawing/2014/main" id="{2C857C94-2239-16B6-F791-18E9EE016922}"/>
              </a:ext>
            </a:extLst>
          </p:cNvPr>
          <p:cNvSpPr/>
          <p:nvPr/>
        </p:nvSpPr>
        <p:spPr>
          <a:xfrm>
            <a:off x="0" y="0"/>
            <a:ext cx="18287999" cy="10287000"/>
          </a:xfrm>
          <a:custGeom>
            <a:avLst/>
            <a:gdLst/>
            <a:ahLst/>
            <a:cxnLst/>
            <a:rect l="l" t="t" r="r" b="b"/>
            <a:pathLst>
              <a:path w="18288000" h="11430000">
                <a:moveTo>
                  <a:pt x="0" y="0"/>
                </a:moveTo>
                <a:lnTo>
                  <a:pt x="18288000" y="0"/>
                </a:lnTo>
                <a:lnTo>
                  <a:pt x="18288000" y="11430000"/>
                </a:lnTo>
                <a:lnTo>
                  <a:pt x="0" y="11430000"/>
                </a:lnTo>
                <a:lnTo>
                  <a:pt x="0" y="0"/>
                </a:lnTo>
                <a:close/>
              </a:path>
            </a:pathLst>
          </a:custGeom>
          <a:blipFill>
            <a:blip r:embed="rId3">
              <a:alphaModFix amt="18000"/>
            </a:blip>
            <a:stretch>
              <a:fillRect/>
            </a:stretch>
          </a:blipFill>
        </p:spPr>
        <p:txBody>
          <a:bodyPr/>
          <a:lstStyle/>
          <a:p>
            <a:endParaRPr lang="en-IN" dirty="0"/>
          </a:p>
        </p:txBody>
      </p:sp>
      <p:sp>
        <p:nvSpPr>
          <p:cNvPr id="9" name="Freeform 8">
            <a:extLst>
              <a:ext uri="{FF2B5EF4-FFF2-40B4-BE49-F238E27FC236}">
                <a16:creationId xmlns:a16="http://schemas.microsoft.com/office/drawing/2014/main" id="{CF1CF88B-CE93-3049-6E27-2E690B704713}"/>
              </a:ext>
            </a:extLst>
          </p:cNvPr>
          <p:cNvSpPr/>
          <p:nvPr/>
        </p:nvSpPr>
        <p:spPr>
          <a:xfrm>
            <a:off x="15517368" y="1021185"/>
            <a:ext cx="1804025" cy="575453"/>
          </a:xfrm>
          <a:custGeom>
            <a:avLst/>
            <a:gdLst/>
            <a:ahLst/>
            <a:cxnLst/>
            <a:rect l="l" t="t" r="r" b="b"/>
            <a:pathLst>
              <a:path w="1804025" h="575453">
                <a:moveTo>
                  <a:pt x="0" y="0"/>
                </a:moveTo>
                <a:lnTo>
                  <a:pt x="1804025" y="0"/>
                </a:lnTo>
                <a:lnTo>
                  <a:pt x="1804025" y="575453"/>
                </a:lnTo>
                <a:lnTo>
                  <a:pt x="0" y="5754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extLst>
      <p:ext uri="{BB962C8B-B14F-4D97-AF65-F5344CB8AC3E}">
        <p14:creationId xmlns:p14="http://schemas.microsoft.com/office/powerpoint/2010/main" val="931164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D1FCF-A459-7B56-720A-5FA02C2372DA}"/>
              </a:ext>
            </a:extLst>
          </p:cNvPr>
          <p:cNvSpPr>
            <a:spLocks noGrp="1"/>
          </p:cNvSpPr>
          <p:nvPr>
            <p:ph type="title"/>
          </p:nvPr>
        </p:nvSpPr>
        <p:spPr>
          <a:xfrm>
            <a:off x="457200" y="0"/>
            <a:ext cx="8229600" cy="2247900"/>
          </a:xfrm>
        </p:spPr>
        <p:txBody>
          <a:bodyPr/>
          <a:lstStyle/>
          <a:p>
            <a:r>
              <a:rPr lang="en-IN" dirty="0"/>
              <a:t>Use Case Diagram</a:t>
            </a:r>
          </a:p>
        </p:txBody>
      </p:sp>
      <p:pic>
        <p:nvPicPr>
          <p:cNvPr id="5" name="Content Placeholder 4">
            <a:extLst>
              <a:ext uri="{FF2B5EF4-FFF2-40B4-BE49-F238E27FC236}">
                <a16:creationId xmlns:a16="http://schemas.microsoft.com/office/drawing/2014/main" id="{25657312-B204-39A4-F11A-1105F6809ED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48571" y="2095500"/>
            <a:ext cx="15272629" cy="7010400"/>
          </a:xfrm>
        </p:spPr>
      </p:pic>
      <p:sp>
        <p:nvSpPr>
          <p:cNvPr id="6" name="Freeform 3">
            <a:extLst>
              <a:ext uri="{FF2B5EF4-FFF2-40B4-BE49-F238E27FC236}">
                <a16:creationId xmlns:a16="http://schemas.microsoft.com/office/drawing/2014/main" id="{9458C6C5-5C7F-52D7-1596-3427E55FFE0B}"/>
              </a:ext>
            </a:extLst>
          </p:cNvPr>
          <p:cNvSpPr/>
          <p:nvPr/>
        </p:nvSpPr>
        <p:spPr>
          <a:xfrm>
            <a:off x="0" y="22860"/>
            <a:ext cx="18287999" cy="10264140"/>
          </a:xfrm>
          <a:custGeom>
            <a:avLst/>
            <a:gdLst/>
            <a:ahLst/>
            <a:cxnLst/>
            <a:rect l="l" t="t" r="r" b="b"/>
            <a:pathLst>
              <a:path w="18288000" h="11430000">
                <a:moveTo>
                  <a:pt x="0" y="0"/>
                </a:moveTo>
                <a:lnTo>
                  <a:pt x="18288000" y="0"/>
                </a:lnTo>
                <a:lnTo>
                  <a:pt x="18288000" y="11430000"/>
                </a:lnTo>
                <a:lnTo>
                  <a:pt x="0" y="11430000"/>
                </a:lnTo>
                <a:lnTo>
                  <a:pt x="0" y="0"/>
                </a:lnTo>
                <a:close/>
              </a:path>
            </a:pathLst>
          </a:custGeom>
          <a:blipFill>
            <a:blip r:embed="rId3">
              <a:alphaModFix amt="18000"/>
            </a:blip>
            <a:stretch>
              <a:fillRect/>
            </a:stretch>
          </a:blipFill>
        </p:spPr>
        <p:txBody>
          <a:bodyPr/>
          <a:lstStyle/>
          <a:p>
            <a:endParaRPr lang="en-IN" dirty="0"/>
          </a:p>
        </p:txBody>
      </p:sp>
    </p:spTree>
    <p:extLst>
      <p:ext uri="{BB962C8B-B14F-4D97-AF65-F5344CB8AC3E}">
        <p14:creationId xmlns:p14="http://schemas.microsoft.com/office/powerpoint/2010/main" val="1953845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3AE1C-4909-4AE7-1432-05323103B753}"/>
              </a:ext>
            </a:extLst>
          </p:cNvPr>
          <p:cNvSpPr>
            <a:spLocks noGrp="1"/>
          </p:cNvSpPr>
          <p:nvPr>
            <p:ph type="title"/>
          </p:nvPr>
        </p:nvSpPr>
        <p:spPr>
          <a:xfrm>
            <a:off x="457200" y="274638"/>
            <a:ext cx="8229600" cy="1439862"/>
          </a:xfrm>
        </p:spPr>
        <p:txBody>
          <a:bodyPr/>
          <a:lstStyle/>
          <a:p>
            <a:r>
              <a:rPr lang="en-IN" dirty="0"/>
              <a:t>Activity Diagram</a:t>
            </a:r>
          </a:p>
        </p:txBody>
      </p:sp>
      <p:pic>
        <p:nvPicPr>
          <p:cNvPr id="5" name="Content Placeholder 4">
            <a:extLst>
              <a:ext uri="{FF2B5EF4-FFF2-40B4-BE49-F238E27FC236}">
                <a16:creationId xmlns:a16="http://schemas.microsoft.com/office/drawing/2014/main" id="{C840DF66-2639-4BCD-9A1F-D7B7C6265E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1800" y="1417638"/>
            <a:ext cx="10744200" cy="8374062"/>
          </a:xfrm>
        </p:spPr>
      </p:pic>
      <p:sp>
        <p:nvSpPr>
          <p:cNvPr id="6" name="Freeform 3">
            <a:extLst>
              <a:ext uri="{FF2B5EF4-FFF2-40B4-BE49-F238E27FC236}">
                <a16:creationId xmlns:a16="http://schemas.microsoft.com/office/drawing/2014/main" id="{68C7D567-4003-4BD1-8BB7-3134828C95C3}"/>
              </a:ext>
            </a:extLst>
          </p:cNvPr>
          <p:cNvSpPr/>
          <p:nvPr/>
        </p:nvSpPr>
        <p:spPr>
          <a:xfrm>
            <a:off x="0" y="0"/>
            <a:ext cx="18287999" cy="10287000"/>
          </a:xfrm>
          <a:custGeom>
            <a:avLst/>
            <a:gdLst/>
            <a:ahLst/>
            <a:cxnLst/>
            <a:rect l="l" t="t" r="r" b="b"/>
            <a:pathLst>
              <a:path w="18288000" h="11430000">
                <a:moveTo>
                  <a:pt x="0" y="0"/>
                </a:moveTo>
                <a:lnTo>
                  <a:pt x="18288000" y="0"/>
                </a:lnTo>
                <a:lnTo>
                  <a:pt x="18288000" y="11430000"/>
                </a:lnTo>
                <a:lnTo>
                  <a:pt x="0" y="11430000"/>
                </a:lnTo>
                <a:lnTo>
                  <a:pt x="0" y="0"/>
                </a:lnTo>
                <a:close/>
              </a:path>
            </a:pathLst>
          </a:custGeom>
          <a:blipFill>
            <a:blip r:embed="rId3">
              <a:alphaModFix amt="18000"/>
            </a:blip>
            <a:stretch>
              <a:fillRect/>
            </a:stretch>
          </a:blipFill>
        </p:spPr>
        <p:txBody>
          <a:bodyPr/>
          <a:lstStyle/>
          <a:p>
            <a:endParaRPr lang="en-IN" dirty="0"/>
          </a:p>
        </p:txBody>
      </p:sp>
      <p:sp>
        <p:nvSpPr>
          <p:cNvPr id="7" name="Freeform 8">
            <a:extLst>
              <a:ext uri="{FF2B5EF4-FFF2-40B4-BE49-F238E27FC236}">
                <a16:creationId xmlns:a16="http://schemas.microsoft.com/office/drawing/2014/main" id="{AB7B5904-9129-2617-29BF-CFAF0FDF752C}"/>
              </a:ext>
            </a:extLst>
          </p:cNvPr>
          <p:cNvSpPr/>
          <p:nvPr/>
        </p:nvSpPr>
        <p:spPr>
          <a:xfrm>
            <a:off x="15517368" y="1021185"/>
            <a:ext cx="1804025" cy="575453"/>
          </a:xfrm>
          <a:custGeom>
            <a:avLst/>
            <a:gdLst/>
            <a:ahLst/>
            <a:cxnLst/>
            <a:rect l="l" t="t" r="r" b="b"/>
            <a:pathLst>
              <a:path w="1804025" h="575453">
                <a:moveTo>
                  <a:pt x="0" y="0"/>
                </a:moveTo>
                <a:lnTo>
                  <a:pt x="1804025" y="0"/>
                </a:lnTo>
                <a:lnTo>
                  <a:pt x="1804025" y="575453"/>
                </a:lnTo>
                <a:lnTo>
                  <a:pt x="0" y="575453"/>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extLst>
      <p:ext uri="{BB962C8B-B14F-4D97-AF65-F5344CB8AC3E}">
        <p14:creationId xmlns:p14="http://schemas.microsoft.com/office/powerpoint/2010/main" val="97929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BB49A-1F2E-458F-1220-82E91E56EFF3}"/>
              </a:ext>
            </a:extLst>
          </p:cNvPr>
          <p:cNvSpPr>
            <a:spLocks noGrp="1"/>
          </p:cNvSpPr>
          <p:nvPr>
            <p:ph type="title"/>
          </p:nvPr>
        </p:nvSpPr>
        <p:spPr>
          <a:xfrm>
            <a:off x="457200" y="274638"/>
            <a:ext cx="8229600" cy="2049462"/>
          </a:xfrm>
        </p:spPr>
        <p:txBody>
          <a:bodyPr/>
          <a:lstStyle/>
          <a:p>
            <a:r>
              <a:rPr lang="en-IN" dirty="0"/>
              <a:t>ER Diagram</a:t>
            </a:r>
          </a:p>
        </p:txBody>
      </p:sp>
      <p:pic>
        <p:nvPicPr>
          <p:cNvPr id="5" name="Content Placeholder 4">
            <a:extLst>
              <a:ext uri="{FF2B5EF4-FFF2-40B4-BE49-F238E27FC236}">
                <a16:creationId xmlns:a16="http://schemas.microsoft.com/office/drawing/2014/main" id="{B748189C-9B60-A876-4BE8-656144F9EF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52800" y="2919484"/>
            <a:ext cx="10668000" cy="5043416"/>
          </a:xfrm>
        </p:spPr>
      </p:pic>
      <p:sp>
        <p:nvSpPr>
          <p:cNvPr id="6" name="Freeform 3">
            <a:extLst>
              <a:ext uri="{FF2B5EF4-FFF2-40B4-BE49-F238E27FC236}">
                <a16:creationId xmlns:a16="http://schemas.microsoft.com/office/drawing/2014/main" id="{AAD02CE5-6FC0-4EF4-4465-8E4F6D986D9F}"/>
              </a:ext>
            </a:extLst>
          </p:cNvPr>
          <p:cNvSpPr/>
          <p:nvPr/>
        </p:nvSpPr>
        <p:spPr>
          <a:xfrm>
            <a:off x="0" y="0"/>
            <a:ext cx="18287999" cy="10287000"/>
          </a:xfrm>
          <a:custGeom>
            <a:avLst/>
            <a:gdLst/>
            <a:ahLst/>
            <a:cxnLst/>
            <a:rect l="l" t="t" r="r" b="b"/>
            <a:pathLst>
              <a:path w="18288000" h="11430000">
                <a:moveTo>
                  <a:pt x="0" y="0"/>
                </a:moveTo>
                <a:lnTo>
                  <a:pt x="18288000" y="0"/>
                </a:lnTo>
                <a:lnTo>
                  <a:pt x="18288000" y="11430000"/>
                </a:lnTo>
                <a:lnTo>
                  <a:pt x="0" y="11430000"/>
                </a:lnTo>
                <a:lnTo>
                  <a:pt x="0" y="0"/>
                </a:lnTo>
                <a:close/>
              </a:path>
            </a:pathLst>
          </a:custGeom>
          <a:blipFill>
            <a:blip r:embed="rId3">
              <a:alphaModFix amt="18000"/>
            </a:blip>
            <a:stretch>
              <a:fillRect/>
            </a:stretch>
          </a:blipFill>
        </p:spPr>
        <p:txBody>
          <a:bodyPr/>
          <a:lstStyle/>
          <a:p>
            <a:endParaRPr lang="en-IN" dirty="0"/>
          </a:p>
        </p:txBody>
      </p:sp>
      <p:sp>
        <p:nvSpPr>
          <p:cNvPr id="7" name="Freeform 4">
            <a:extLst>
              <a:ext uri="{FF2B5EF4-FFF2-40B4-BE49-F238E27FC236}">
                <a16:creationId xmlns:a16="http://schemas.microsoft.com/office/drawing/2014/main" id="{4D44D361-6248-05E8-E8D8-32E50C7C48C0}"/>
              </a:ext>
            </a:extLst>
          </p:cNvPr>
          <p:cNvSpPr/>
          <p:nvPr/>
        </p:nvSpPr>
        <p:spPr>
          <a:xfrm>
            <a:off x="1712633" y="8951728"/>
            <a:ext cx="2860615" cy="611629"/>
          </a:xfrm>
          <a:custGeom>
            <a:avLst/>
            <a:gdLst/>
            <a:ahLst/>
            <a:cxnLst/>
            <a:rect l="l" t="t" r="r" b="b"/>
            <a:pathLst>
              <a:path w="2860615" h="611629">
                <a:moveTo>
                  <a:pt x="0" y="0"/>
                </a:moveTo>
                <a:lnTo>
                  <a:pt x="2860615" y="0"/>
                </a:lnTo>
                <a:lnTo>
                  <a:pt x="2860615" y="611629"/>
                </a:lnTo>
                <a:lnTo>
                  <a:pt x="0" y="611629"/>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extLst>
      <p:ext uri="{BB962C8B-B14F-4D97-AF65-F5344CB8AC3E}">
        <p14:creationId xmlns:p14="http://schemas.microsoft.com/office/powerpoint/2010/main" val="2647993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92747-D1CE-5A9A-69AA-0EF52E138F5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Real Time Examples</a:t>
            </a:r>
          </a:p>
        </p:txBody>
      </p:sp>
      <p:pic>
        <p:nvPicPr>
          <p:cNvPr id="6" name="Content Placeholder 5">
            <a:extLst>
              <a:ext uri="{FF2B5EF4-FFF2-40B4-BE49-F238E27FC236}">
                <a16:creationId xmlns:a16="http://schemas.microsoft.com/office/drawing/2014/main" id="{F3909147-DDF0-6F20-FDEF-FC116B42EA1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43000" y="1790700"/>
            <a:ext cx="7010400" cy="7391400"/>
          </a:xfrm>
        </p:spPr>
      </p:pic>
      <p:pic>
        <p:nvPicPr>
          <p:cNvPr id="8" name="Content Placeholder 7">
            <a:extLst>
              <a:ext uri="{FF2B5EF4-FFF2-40B4-BE49-F238E27FC236}">
                <a16:creationId xmlns:a16="http://schemas.microsoft.com/office/drawing/2014/main" id="{041D916F-9234-F34F-3C86-D7EB4E850DC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8915400" y="1638300"/>
            <a:ext cx="7315200" cy="7543800"/>
          </a:xfrm>
        </p:spPr>
      </p:pic>
    </p:spTree>
    <p:extLst>
      <p:ext uri="{BB962C8B-B14F-4D97-AF65-F5344CB8AC3E}">
        <p14:creationId xmlns:p14="http://schemas.microsoft.com/office/powerpoint/2010/main" val="2797426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2C5E7-4B53-174F-AEC9-0269B2729C1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Real Time Example</a:t>
            </a:r>
          </a:p>
        </p:txBody>
      </p:sp>
      <p:pic>
        <p:nvPicPr>
          <p:cNvPr id="5" name="Content Placeholder 4">
            <a:extLst>
              <a:ext uri="{FF2B5EF4-FFF2-40B4-BE49-F238E27FC236}">
                <a16:creationId xmlns:a16="http://schemas.microsoft.com/office/drawing/2014/main" id="{BE5C9713-3B62-9708-01CC-5B560CEEED9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61512" y="1600200"/>
            <a:ext cx="7258887" cy="7734300"/>
          </a:xfrm>
        </p:spPr>
      </p:pic>
    </p:spTree>
    <p:extLst>
      <p:ext uri="{BB962C8B-B14F-4D97-AF65-F5344CB8AC3E}">
        <p14:creationId xmlns:p14="http://schemas.microsoft.com/office/powerpoint/2010/main" val="713469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alphaModFix amt="43000"/>
              <a:extLst>
                <a:ext uri="{96DAC541-7B7A-43D3-8B79-37D633B846F1}">
                  <asvg:svgBlip xmlns:asvg="http://schemas.microsoft.com/office/drawing/2016/SVG/main" xmlns="" r:embed="rId3"/>
                </a:ext>
              </a:extLst>
            </a:blip>
            <a:stretch>
              <a:fillRect/>
            </a:stretch>
          </a:blipFill>
        </p:spPr>
      </p:sp>
      <p:sp>
        <p:nvSpPr>
          <p:cNvPr id="3" name="Freeform 3"/>
          <p:cNvSpPr/>
          <p:nvPr/>
        </p:nvSpPr>
        <p:spPr>
          <a:xfrm>
            <a:off x="0" y="-960120"/>
            <a:ext cx="18288000" cy="12211050"/>
          </a:xfrm>
          <a:custGeom>
            <a:avLst/>
            <a:gdLst/>
            <a:ahLst/>
            <a:cxnLst/>
            <a:rect l="l" t="t" r="r" b="b"/>
            <a:pathLst>
              <a:path w="18288000" h="12211050">
                <a:moveTo>
                  <a:pt x="0" y="0"/>
                </a:moveTo>
                <a:lnTo>
                  <a:pt x="18288000" y="0"/>
                </a:lnTo>
                <a:lnTo>
                  <a:pt x="18288000" y="12211050"/>
                </a:lnTo>
                <a:lnTo>
                  <a:pt x="0" y="12211050"/>
                </a:lnTo>
                <a:lnTo>
                  <a:pt x="0" y="0"/>
                </a:lnTo>
                <a:close/>
              </a:path>
            </a:pathLst>
          </a:custGeom>
          <a:blipFill>
            <a:blip r:embed="rId4">
              <a:alphaModFix amt="43000"/>
            </a:blip>
            <a:stretch>
              <a:fillRect/>
            </a:stretch>
          </a:blipFill>
        </p:spPr>
      </p:sp>
      <p:sp>
        <p:nvSpPr>
          <p:cNvPr id="4" name="Freeform 4"/>
          <p:cNvSpPr/>
          <p:nvPr/>
        </p:nvSpPr>
        <p:spPr>
          <a:xfrm>
            <a:off x="1712566" y="965206"/>
            <a:ext cx="678409" cy="641347"/>
          </a:xfrm>
          <a:custGeom>
            <a:avLst/>
            <a:gdLst/>
            <a:ahLst/>
            <a:cxnLst/>
            <a:rect l="l" t="t" r="r" b="b"/>
            <a:pathLst>
              <a:path w="678409" h="641347">
                <a:moveTo>
                  <a:pt x="0" y="0"/>
                </a:moveTo>
                <a:lnTo>
                  <a:pt x="678409" y="0"/>
                </a:lnTo>
                <a:lnTo>
                  <a:pt x="678409" y="641347"/>
                </a:lnTo>
                <a:lnTo>
                  <a:pt x="0" y="641347"/>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5" name="Freeform 5"/>
          <p:cNvSpPr/>
          <p:nvPr/>
        </p:nvSpPr>
        <p:spPr>
          <a:xfrm>
            <a:off x="1790700" y="1028700"/>
            <a:ext cx="533400" cy="507997"/>
          </a:xfrm>
          <a:custGeom>
            <a:avLst/>
            <a:gdLst/>
            <a:ahLst/>
            <a:cxnLst/>
            <a:rect l="l" t="t" r="r" b="b"/>
            <a:pathLst>
              <a:path w="533400" h="507997">
                <a:moveTo>
                  <a:pt x="0" y="0"/>
                </a:moveTo>
                <a:lnTo>
                  <a:pt x="533400" y="0"/>
                </a:lnTo>
                <a:lnTo>
                  <a:pt x="533400" y="507997"/>
                </a:lnTo>
                <a:lnTo>
                  <a:pt x="0" y="507997"/>
                </a:lnTo>
                <a:lnTo>
                  <a:pt x="0" y="0"/>
                </a:lnTo>
                <a:close/>
              </a:path>
            </a:pathLst>
          </a:custGeom>
          <a:blipFill>
            <a:blip r:embed="rId7"/>
            <a:stretch>
              <a:fillRect/>
            </a:stretch>
          </a:blipFill>
        </p:spPr>
      </p:sp>
      <p:sp>
        <p:nvSpPr>
          <p:cNvPr id="6" name="Freeform 6"/>
          <p:cNvSpPr/>
          <p:nvPr/>
        </p:nvSpPr>
        <p:spPr>
          <a:xfrm>
            <a:off x="1712633" y="8951728"/>
            <a:ext cx="2860615" cy="611629"/>
          </a:xfrm>
          <a:custGeom>
            <a:avLst/>
            <a:gdLst/>
            <a:ahLst/>
            <a:cxnLst/>
            <a:rect l="l" t="t" r="r" b="b"/>
            <a:pathLst>
              <a:path w="2860615" h="611629">
                <a:moveTo>
                  <a:pt x="0" y="0"/>
                </a:moveTo>
                <a:lnTo>
                  <a:pt x="2860615" y="0"/>
                </a:lnTo>
                <a:lnTo>
                  <a:pt x="2860615" y="611629"/>
                </a:lnTo>
                <a:lnTo>
                  <a:pt x="0" y="611629"/>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sp>
      <p:sp>
        <p:nvSpPr>
          <p:cNvPr id="7" name="Freeform 7"/>
          <p:cNvSpPr/>
          <p:nvPr/>
        </p:nvSpPr>
        <p:spPr>
          <a:xfrm>
            <a:off x="15517368" y="1021185"/>
            <a:ext cx="1804025" cy="575453"/>
          </a:xfrm>
          <a:custGeom>
            <a:avLst/>
            <a:gdLst/>
            <a:ahLst/>
            <a:cxnLst/>
            <a:rect l="l" t="t" r="r" b="b"/>
            <a:pathLst>
              <a:path w="1804025" h="575453">
                <a:moveTo>
                  <a:pt x="0" y="0"/>
                </a:moveTo>
                <a:lnTo>
                  <a:pt x="1804025" y="0"/>
                </a:lnTo>
                <a:lnTo>
                  <a:pt x="1804025" y="575453"/>
                </a:lnTo>
                <a:lnTo>
                  <a:pt x="0" y="575453"/>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sp>
      <p:sp>
        <p:nvSpPr>
          <p:cNvPr id="8" name="Freeform 8"/>
          <p:cNvSpPr/>
          <p:nvPr/>
        </p:nvSpPr>
        <p:spPr>
          <a:xfrm>
            <a:off x="4767072" y="3541776"/>
            <a:ext cx="8683752" cy="1527048"/>
          </a:xfrm>
          <a:custGeom>
            <a:avLst/>
            <a:gdLst/>
            <a:ahLst/>
            <a:cxnLst/>
            <a:rect l="l" t="t" r="r" b="b"/>
            <a:pathLst>
              <a:path w="8683752" h="1527048">
                <a:moveTo>
                  <a:pt x="0" y="0"/>
                </a:moveTo>
                <a:lnTo>
                  <a:pt x="8683752" y="0"/>
                </a:lnTo>
                <a:lnTo>
                  <a:pt x="8683752" y="1527048"/>
                </a:lnTo>
                <a:lnTo>
                  <a:pt x="0" y="1527048"/>
                </a:lnTo>
                <a:lnTo>
                  <a:pt x="0" y="0"/>
                </a:lnTo>
                <a:close/>
              </a:path>
            </a:pathLst>
          </a:custGeom>
          <a:blipFill>
            <a:blip r:embed="rId12"/>
            <a:stretch>
              <a:fillRect/>
            </a:stretch>
          </a:blipFill>
        </p:spPr>
      </p:sp>
      <p:sp>
        <p:nvSpPr>
          <p:cNvPr id="9" name="TextBox 9"/>
          <p:cNvSpPr txBox="1"/>
          <p:nvPr/>
        </p:nvSpPr>
        <p:spPr>
          <a:xfrm>
            <a:off x="3966077" y="5601214"/>
            <a:ext cx="10833392" cy="853964"/>
          </a:xfrm>
          <a:prstGeom prst="rect">
            <a:avLst/>
          </a:prstGeom>
        </p:spPr>
        <p:txBody>
          <a:bodyPr lIns="0" tIns="0" rIns="0" bIns="0" rtlCol="0" anchor="t">
            <a:spAutoFit/>
          </a:bodyPr>
          <a:lstStyle/>
          <a:p>
            <a:pPr algn="ctr">
              <a:lnSpc>
                <a:spcPts val="3150"/>
              </a:lnSpc>
            </a:pPr>
            <a:r>
              <a:rPr lang="en-US" sz="2977">
                <a:solidFill>
                  <a:srgbClr val="FFFFFF"/>
                </a:solidFill>
                <a:latin typeface="Times New Roman"/>
                <a:ea typeface="Times New Roman"/>
                <a:cs typeface="Times New Roman"/>
                <a:sym typeface="Times New Roman"/>
              </a:rPr>
              <a:t>As we look to the future, these technologies will play a crucial role in shaping a better world for generations to 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1854</TotalTime>
  <Words>916</Words>
  <Application>Microsoft Office PowerPoint</Application>
  <PresentationFormat>Custom</PresentationFormat>
  <Paragraphs>104</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Times New Roman</vt:lpstr>
      <vt:lpstr>Calibri</vt:lpstr>
      <vt:lpstr>Times New Roman Bold</vt:lpstr>
      <vt:lpstr>Gruppo</vt:lpstr>
      <vt:lpstr>Arial</vt:lpstr>
      <vt:lpstr>Office Theme</vt:lpstr>
      <vt:lpstr>PowerPoint Presentation</vt:lpstr>
      <vt:lpstr>PowerPoint Presentation</vt:lpstr>
      <vt:lpstr>PowerPoint Presentation</vt:lpstr>
      <vt:lpstr>PowerPoint Presentation</vt:lpstr>
      <vt:lpstr>Literature Survey</vt:lpstr>
      <vt:lpstr>Literature Survey</vt:lpstr>
      <vt:lpstr>Existing System</vt:lpstr>
      <vt:lpstr>Proposed System</vt:lpstr>
      <vt:lpstr>PowerPoint Presentation</vt:lpstr>
      <vt:lpstr>PowerPoint Presentation</vt:lpstr>
      <vt:lpstr>PowerPoint Presentation</vt:lpstr>
      <vt:lpstr>Phase-02 </vt:lpstr>
      <vt:lpstr>System Architecture</vt:lpstr>
      <vt:lpstr>Use Case Diagram</vt:lpstr>
      <vt:lpstr>Activity Diagram</vt:lpstr>
      <vt:lpstr>ER Diagram</vt:lpstr>
      <vt:lpstr>Real Time Examples</vt:lpstr>
      <vt:lpstr>Real Time 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fakeproduct.pdf</dc:title>
  <dc:creator>Admin</dc:creator>
  <cp:lastModifiedBy>Admin</cp:lastModifiedBy>
  <cp:revision>6</cp:revision>
  <dcterms:created xsi:type="dcterms:W3CDTF">2006-08-16T00:00:00Z</dcterms:created>
  <dcterms:modified xsi:type="dcterms:W3CDTF">2025-09-06T14:16:13Z</dcterms:modified>
  <dc:identifier>DAGyFkRWM-o</dc:identifier>
</cp:coreProperties>
</file>